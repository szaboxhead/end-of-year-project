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14" autoAdjust="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1920" y="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562310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9E4ADBD9-2EF2-DDBC-7568-36B709305A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02" r="9748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3292" y="150085"/>
            <a:ext cx="4112657" cy="756997"/>
          </a:xfrm>
        </p:spPr>
        <p:txBody>
          <a:bodyPr anchor="ctr">
            <a:normAutofit/>
          </a:bodyPr>
          <a:lstStyle/>
          <a:p>
            <a:pPr algn="l"/>
            <a:r>
              <a:rPr lang="en-US" sz="4000" b="1" noProof="0" dirty="0">
                <a:solidFill>
                  <a:schemeClr val="bg1"/>
                </a:solidFill>
              </a:rPr>
              <a:t>Registration page</a:t>
            </a:r>
          </a:p>
        </p:txBody>
      </p:sp>
      <p:pic>
        <p:nvPicPr>
          <p:cNvPr id="17" name="Kép 16">
            <a:extLst>
              <a:ext uri="{FF2B5EF4-FFF2-40B4-BE49-F238E27FC236}">
                <a16:creationId xmlns:a16="http://schemas.microsoft.com/office/drawing/2014/main" id="{2DE93E4C-6A50-ECA9-042E-15EDE47FE5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64" r="75876"/>
          <a:stretch/>
        </p:blipFill>
        <p:spPr>
          <a:xfrm>
            <a:off x="0" y="331917"/>
            <a:ext cx="1962216" cy="373852"/>
          </a:xfrm>
          <a:prstGeom prst="rect">
            <a:avLst/>
          </a:prstGeom>
        </p:spPr>
      </p:pic>
      <p:pic>
        <p:nvPicPr>
          <p:cNvPr id="19" name="Kép 18">
            <a:extLst>
              <a:ext uri="{FF2B5EF4-FFF2-40B4-BE49-F238E27FC236}">
                <a16:creationId xmlns:a16="http://schemas.microsoft.com/office/drawing/2014/main" id="{97758983-DE77-87B4-9B23-DAE4EBF493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033" t="1688" r="41857" b="-1688"/>
          <a:stretch/>
        </p:blipFill>
        <p:spPr>
          <a:xfrm>
            <a:off x="6308882" y="345466"/>
            <a:ext cx="2835118" cy="373852"/>
          </a:xfrm>
          <a:prstGeom prst="rect">
            <a:avLst/>
          </a:prstGeom>
        </p:spPr>
      </p:pic>
      <p:sp>
        <p:nvSpPr>
          <p:cNvPr id="21" name="Szövegdoboz 20">
            <a:extLst>
              <a:ext uri="{FF2B5EF4-FFF2-40B4-BE49-F238E27FC236}">
                <a16:creationId xmlns:a16="http://schemas.microsoft.com/office/drawing/2014/main" id="{C6D1D62F-6CB2-6D75-D75F-55D3F58A12AC}"/>
              </a:ext>
            </a:extLst>
          </p:cNvPr>
          <p:cNvSpPr txBox="1"/>
          <p:nvPr/>
        </p:nvSpPr>
        <p:spPr>
          <a:xfrm>
            <a:off x="3010352" y="1723074"/>
            <a:ext cx="110908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100" b="1" noProof="0" dirty="0">
                <a:solidFill>
                  <a:schemeClr val="bg1"/>
                </a:solidFill>
              </a:rPr>
              <a:t>You can </a:t>
            </a:r>
          </a:p>
        </p:txBody>
      </p:sp>
      <p:sp>
        <p:nvSpPr>
          <p:cNvPr id="22" name="Szövegdoboz 21">
            <a:extLst>
              <a:ext uri="{FF2B5EF4-FFF2-40B4-BE49-F238E27FC236}">
                <a16:creationId xmlns:a16="http://schemas.microsoft.com/office/drawing/2014/main" id="{363D7D8A-732D-D043-7067-23F6BF4C2E0C}"/>
              </a:ext>
            </a:extLst>
          </p:cNvPr>
          <p:cNvSpPr txBox="1"/>
          <p:nvPr/>
        </p:nvSpPr>
        <p:spPr>
          <a:xfrm>
            <a:off x="5434706" y="2153961"/>
            <a:ext cx="110908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100" b="1" noProof="0" dirty="0">
                <a:solidFill>
                  <a:schemeClr val="bg1"/>
                </a:solidFill>
              </a:rPr>
              <a:t>here</a:t>
            </a:r>
          </a:p>
        </p:txBody>
      </p:sp>
      <p:sp>
        <p:nvSpPr>
          <p:cNvPr id="25" name="Szövegdoboz 24">
            <a:extLst>
              <a:ext uri="{FF2B5EF4-FFF2-40B4-BE49-F238E27FC236}">
                <a16:creationId xmlns:a16="http://schemas.microsoft.com/office/drawing/2014/main" id="{5C3DF5F2-EB68-3988-68F9-1C900C51665F}"/>
              </a:ext>
            </a:extLst>
          </p:cNvPr>
          <p:cNvSpPr txBox="1"/>
          <p:nvPr/>
        </p:nvSpPr>
        <p:spPr>
          <a:xfrm>
            <a:off x="2961192" y="875535"/>
            <a:ext cx="324164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100" b="1" noProof="0" dirty="0">
                <a:solidFill>
                  <a:schemeClr val="bg1"/>
                </a:solidFill>
              </a:rPr>
              <a:t>It is available on these sites</a:t>
            </a:r>
          </a:p>
        </p:txBody>
      </p:sp>
      <p:sp>
        <p:nvSpPr>
          <p:cNvPr id="27" name="Nyíl: balra mutató 26">
            <a:extLst>
              <a:ext uri="{FF2B5EF4-FFF2-40B4-BE49-F238E27FC236}">
                <a16:creationId xmlns:a16="http://schemas.microsoft.com/office/drawing/2014/main" id="{03557B6D-A4C7-48CB-EF74-733334E9E6A4}"/>
              </a:ext>
            </a:extLst>
          </p:cNvPr>
          <p:cNvSpPr/>
          <p:nvPr/>
        </p:nvSpPr>
        <p:spPr>
          <a:xfrm rot="9382857">
            <a:off x="6101604" y="835141"/>
            <a:ext cx="808242" cy="275454"/>
          </a:xfrm>
          <a:prstGeom prst="lef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8" name="Nyíl: balra mutató 27">
            <a:extLst>
              <a:ext uri="{FF2B5EF4-FFF2-40B4-BE49-F238E27FC236}">
                <a16:creationId xmlns:a16="http://schemas.microsoft.com/office/drawing/2014/main" id="{DDF1B416-59B6-A391-BC31-3746049418FB}"/>
              </a:ext>
            </a:extLst>
          </p:cNvPr>
          <p:cNvSpPr/>
          <p:nvPr/>
        </p:nvSpPr>
        <p:spPr>
          <a:xfrm rot="1221014">
            <a:off x="1929599" y="820923"/>
            <a:ext cx="1058935" cy="275454"/>
          </a:xfrm>
          <a:prstGeom prst="lef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8BE0A18A-30D8-DA6F-68CA-C17F3DF9BE7B}"/>
              </a:ext>
            </a:extLst>
          </p:cNvPr>
          <p:cNvSpPr txBox="1"/>
          <p:nvPr/>
        </p:nvSpPr>
        <p:spPr>
          <a:xfrm>
            <a:off x="2485914" y="6259758"/>
            <a:ext cx="419220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100" b="1" noProof="0" dirty="0">
                <a:solidFill>
                  <a:schemeClr val="bg1"/>
                </a:solidFill>
              </a:rPr>
              <a:t>In case you already have an account </a:t>
            </a:r>
          </a:p>
        </p:txBody>
      </p:sp>
      <p:sp>
        <p:nvSpPr>
          <p:cNvPr id="30" name="Nyíl: balra mutató 29">
            <a:extLst>
              <a:ext uri="{FF2B5EF4-FFF2-40B4-BE49-F238E27FC236}">
                <a16:creationId xmlns:a16="http://schemas.microsoft.com/office/drawing/2014/main" id="{8FAB9889-6DD7-5D07-F792-9D351F043474}"/>
              </a:ext>
            </a:extLst>
          </p:cNvPr>
          <p:cNvSpPr/>
          <p:nvPr/>
        </p:nvSpPr>
        <p:spPr>
          <a:xfrm rot="2101656">
            <a:off x="5731882" y="5948826"/>
            <a:ext cx="760919" cy="256376"/>
          </a:xfrm>
          <a:prstGeom prst="lef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zövegdoboz 30">
            <a:extLst>
              <a:ext uri="{FF2B5EF4-FFF2-40B4-BE49-F238E27FC236}">
                <a16:creationId xmlns:a16="http://schemas.microsoft.com/office/drawing/2014/main" id="{8E834285-8723-204E-0B31-4684A4F699E3}"/>
              </a:ext>
            </a:extLst>
          </p:cNvPr>
          <p:cNvSpPr txBox="1"/>
          <p:nvPr/>
        </p:nvSpPr>
        <p:spPr>
          <a:xfrm>
            <a:off x="359845" y="3366386"/>
            <a:ext cx="240240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100" b="1" noProof="0" dirty="0">
                <a:solidFill>
                  <a:schemeClr val="bg1"/>
                </a:solidFill>
              </a:rPr>
              <a:t>Simple input fields</a:t>
            </a:r>
          </a:p>
        </p:txBody>
      </p:sp>
      <p:sp>
        <p:nvSpPr>
          <p:cNvPr id="32" name="Szövegdoboz 31">
            <a:extLst>
              <a:ext uri="{FF2B5EF4-FFF2-40B4-BE49-F238E27FC236}">
                <a16:creationId xmlns:a16="http://schemas.microsoft.com/office/drawing/2014/main" id="{695494DF-8ED4-9C7F-A650-2B07E954F69F}"/>
              </a:ext>
            </a:extLst>
          </p:cNvPr>
          <p:cNvSpPr txBox="1"/>
          <p:nvPr/>
        </p:nvSpPr>
        <p:spPr>
          <a:xfrm>
            <a:off x="6080276" y="3518092"/>
            <a:ext cx="2917421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100" b="1" noProof="0" dirty="0">
                <a:solidFill>
                  <a:schemeClr val="bg1"/>
                </a:solidFill>
              </a:rPr>
              <a:t>Option to make your password visible and to hide again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9BA9AF-FB4F-1E02-D9D7-AE28FA759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Slide Background">
            <a:extLst>
              <a:ext uri="{FF2B5EF4-FFF2-40B4-BE49-F238E27FC236}">
                <a16:creationId xmlns:a16="http://schemas.microsoft.com/office/drawing/2014/main" id="{67E63598-E3D1-7CD8-2FE8-B859A5085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7DC31FA-1799-A6B2-0C1A-006235C3C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562310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24" name="Kép 23">
            <a:extLst>
              <a:ext uri="{FF2B5EF4-FFF2-40B4-BE49-F238E27FC236}">
                <a16:creationId xmlns:a16="http://schemas.microsoft.com/office/drawing/2014/main" id="{D0E5B9BB-9522-6A2D-6282-ABAE6E77B4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119"/>
          <a:stretch/>
        </p:blipFill>
        <p:spPr>
          <a:xfrm>
            <a:off x="2989991" y="18528"/>
            <a:ext cx="6154009" cy="5735143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F4627595-F374-B069-C5D8-635E7F641B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67"/>
          <a:stretch/>
        </p:blipFill>
        <p:spPr>
          <a:xfrm>
            <a:off x="-582" y="0"/>
            <a:ext cx="4192201" cy="5391902"/>
          </a:xfrm>
          <a:prstGeom prst="rect">
            <a:avLst/>
          </a:prstGeom>
        </p:spPr>
      </p:pic>
      <p:sp>
        <p:nvSpPr>
          <p:cNvPr id="31" name="Szövegdoboz 30">
            <a:extLst>
              <a:ext uri="{FF2B5EF4-FFF2-40B4-BE49-F238E27FC236}">
                <a16:creationId xmlns:a16="http://schemas.microsoft.com/office/drawing/2014/main" id="{546CD304-F64E-5831-504A-7829F848479A}"/>
              </a:ext>
            </a:extLst>
          </p:cNvPr>
          <p:cNvSpPr txBox="1"/>
          <p:nvPr/>
        </p:nvSpPr>
        <p:spPr>
          <a:xfrm>
            <a:off x="3922538" y="2478335"/>
            <a:ext cx="229292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000" b="1" noProof="0" dirty="0">
                <a:solidFill>
                  <a:schemeClr val="bg1"/>
                </a:solidFill>
              </a:rPr>
              <a:t>Simple input fields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A02EBD75-BC30-A19A-D011-AB0A94068A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803"/>
          <a:stretch/>
        </p:blipFill>
        <p:spPr>
          <a:xfrm>
            <a:off x="426898" y="68942"/>
            <a:ext cx="2604399" cy="342850"/>
          </a:xfrm>
          <a:prstGeom prst="rect">
            <a:avLst/>
          </a:prstGeom>
        </p:spPr>
      </p:pic>
      <p:pic>
        <p:nvPicPr>
          <p:cNvPr id="20" name="Kép 19">
            <a:extLst>
              <a:ext uri="{FF2B5EF4-FFF2-40B4-BE49-F238E27FC236}">
                <a16:creationId xmlns:a16="http://schemas.microsoft.com/office/drawing/2014/main" id="{183DC239-5077-AF46-126C-75482B2888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82" y="5338250"/>
            <a:ext cx="9144000" cy="1536252"/>
          </a:xfrm>
          <a:prstGeom prst="rect">
            <a:avLst/>
          </a:prstGeom>
        </p:spPr>
      </p:pic>
      <p:sp>
        <p:nvSpPr>
          <p:cNvPr id="25" name="Szövegdoboz 24">
            <a:extLst>
              <a:ext uri="{FF2B5EF4-FFF2-40B4-BE49-F238E27FC236}">
                <a16:creationId xmlns:a16="http://schemas.microsoft.com/office/drawing/2014/main" id="{07EC3BFD-1941-197E-7D43-D15A55D90C14}"/>
              </a:ext>
            </a:extLst>
          </p:cNvPr>
          <p:cNvSpPr txBox="1"/>
          <p:nvPr/>
        </p:nvSpPr>
        <p:spPr>
          <a:xfrm>
            <a:off x="295727" y="314465"/>
            <a:ext cx="324164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100" b="1" noProof="0" dirty="0">
                <a:solidFill>
                  <a:schemeClr val="bg1"/>
                </a:solidFill>
              </a:rPr>
              <a:t>It is available on this site</a:t>
            </a:r>
          </a:p>
        </p:txBody>
      </p:sp>
      <p:sp>
        <p:nvSpPr>
          <p:cNvPr id="22" name="Szövegdoboz 21">
            <a:extLst>
              <a:ext uri="{FF2B5EF4-FFF2-40B4-BE49-F238E27FC236}">
                <a16:creationId xmlns:a16="http://schemas.microsoft.com/office/drawing/2014/main" id="{CA90F15C-AA68-FD16-1920-3C936052AF7B}"/>
              </a:ext>
            </a:extLst>
          </p:cNvPr>
          <p:cNvSpPr txBox="1"/>
          <p:nvPr/>
        </p:nvSpPr>
        <p:spPr>
          <a:xfrm>
            <a:off x="2617375" y="1918260"/>
            <a:ext cx="8278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400" b="1" noProof="0" dirty="0">
                <a:solidFill>
                  <a:schemeClr val="bg1"/>
                </a:solidFill>
              </a:rPr>
              <a:t>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5DF5F3-1B76-A87D-CD62-E81951A1A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9922" y="-162710"/>
            <a:ext cx="5617403" cy="1229510"/>
          </a:xfrm>
        </p:spPr>
        <p:txBody>
          <a:bodyPr anchor="ctr">
            <a:normAutofit fontScale="90000"/>
          </a:bodyPr>
          <a:lstStyle/>
          <a:p>
            <a:pPr algn="l"/>
            <a:r>
              <a:rPr lang="en-US" sz="4000" b="1" noProof="0" dirty="0">
                <a:solidFill>
                  <a:schemeClr val="bg1"/>
                </a:solidFill>
              </a:rPr>
              <a:t>Login &amp; Password reset page</a:t>
            </a:r>
          </a:p>
        </p:txBody>
      </p: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EAFF1757-C098-8545-9FFE-8B9B43517D03}"/>
              </a:ext>
            </a:extLst>
          </p:cNvPr>
          <p:cNvSpPr txBox="1"/>
          <p:nvPr/>
        </p:nvSpPr>
        <p:spPr>
          <a:xfrm>
            <a:off x="-15027" y="1152323"/>
            <a:ext cx="12315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400" b="1" noProof="0" dirty="0">
                <a:solidFill>
                  <a:schemeClr val="bg1"/>
                </a:solidFill>
              </a:rPr>
              <a:t>You can </a:t>
            </a:r>
          </a:p>
        </p:txBody>
      </p: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1ADF892A-979C-3CE1-3F63-3F15D023E1B8}"/>
              </a:ext>
            </a:extLst>
          </p:cNvPr>
          <p:cNvSpPr txBox="1"/>
          <p:nvPr/>
        </p:nvSpPr>
        <p:spPr>
          <a:xfrm>
            <a:off x="1330697" y="4879480"/>
            <a:ext cx="419220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100" b="1" noProof="0" dirty="0">
                <a:solidFill>
                  <a:schemeClr val="bg1"/>
                </a:solidFill>
              </a:rPr>
              <a:t>In case you don’t have an account </a:t>
            </a:r>
          </a:p>
        </p:txBody>
      </p:sp>
      <p:sp>
        <p:nvSpPr>
          <p:cNvPr id="30" name="Nyíl: balra mutató 29">
            <a:extLst>
              <a:ext uri="{FF2B5EF4-FFF2-40B4-BE49-F238E27FC236}">
                <a16:creationId xmlns:a16="http://schemas.microsoft.com/office/drawing/2014/main" id="{338411C8-DD5F-6274-AEB9-F618CA26E70C}"/>
              </a:ext>
            </a:extLst>
          </p:cNvPr>
          <p:cNvSpPr/>
          <p:nvPr/>
        </p:nvSpPr>
        <p:spPr>
          <a:xfrm rot="463635">
            <a:off x="3526383" y="4732242"/>
            <a:ext cx="760919" cy="256376"/>
          </a:xfrm>
          <a:prstGeom prst="lef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" name="Szövegdoboz 31">
            <a:extLst>
              <a:ext uri="{FF2B5EF4-FFF2-40B4-BE49-F238E27FC236}">
                <a16:creationId xmlns:a16="http://schemas.microsoft.com/office/drawing/2014/main" id="{83D56431-C1E6-B5A8-1E3C-5330227EE328}"/>
              </a:ext>
            </a:extLst>
          </p:cNvPr>
          <p:cNvSpPr txBox="1"/>
          <p:nvPr/>
        </p:nvSpPr>
        <p:spPr>
          <a:xfrm>
            <a:off x="3922538" y="2960983"/>
            <a:ext cx="36093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000" b="1" noProof="0" dirty="0">
                <a:solidFill>
                  <a:schemeClr val="bg1"/>
                </a:solidFill>
              </a:rPr>
              <a:t>Option to make your password visible and to hide again</a:t>
            </a:r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F4294EDD-6802-275D-39C0-E96FD35529D9}"/>
              </a:ext>
            </a:extLst>
          </p:cNvPr>
          <p:cNvSpPr txBox="1"/>
          <p:nvPr/>
        </p:nvSpPr>
        <p:spPr>
          <a:xfrm>
            <a:off x="5391150" y="6032579"/>
            <a:ext cx="37528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000" b="1" noProof="0" dirty="0">
                <a:solidFill>
                  <a:schemeClr val="bg1"/>
                </a:solidFill>
              </a:rPr>
              <a:t>In case you forgot your password, worry non!</a:t>
            </a:r>
          </a:p>
        </p:txBody>
      </p:sp>
    </p:spTree>
    <p:extLst>
      <p:ext uri="{BB962C8B-B14F-4D97-AF65-F5344CB8AC3E}">
        <p14:creationId xmlns:p14="http://schemas.microsoft.com/office/powerpoint/2010/main" val="3367883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317544" y="536210"/>
            <a:ext cx="304800" cy="322326"/>
            <a:chOff x="215328" y="-46937"/>
            <a:chExt cx="304800" cy="2773841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00" y="4420966"/>
            <a:ext cx="4311650" cy="1557493"/>
          </a:xfrm>
          <a:noFill/>
        </p:spPr>
        <p:txBody>
          <a:bodyPr anchor="t">
            <a:normAutofit/>
          </a:bodyPr>
          <a:lstStyle/>
          <a:p>
            <a:pPr algn="l"/>
            <a:r>
              <a:rPr lang="en-US" sz="4200" noProof="0" dirty="0">
                <a:solidFill>
                  <a:schemeClr val="bg1"/>
                </a:solidFill>
              </a:rPr>
              <a:t>User Control Panel (UCP)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3669" y="5085490"/>
            <a:ext cx="6210331" cy="2821841"/>
          </a:xfrm>
          <a:noFill/>
        </p:spPr>
        <p:txBody>
          <a:bodyPr anchor="t"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1600" noProof="0" dirty="0">
                <a:solidFill>
                  <a:schemeClr val="bg1"/>
                </a:solidFill>
              </a:rPr>
              <a:t>Available after successful login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600" noProof="0" dirty="0">
                <a:solidFill>
                  <a:schemeClr val="bg1"/>
                </a:solidFill>
              </a:rPr>
              <a:t>You can see some General Account Information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600" noProof="0" dirty="0">
                <a:solidFill>
                  <a:schemeClr val="bg1"/>
                </a:solidFill>
              </a:rPr>
              <a:t>Download the latest version of the game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600" noProof="0" dirty="0">
                <a:solidFill>
                  <a:schemeClr val="bg1"/>
                </a:solidFill>
              </a:rPr>
              <a:t>Check older versions of the game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600" noProof="0" dirty="0">
                <a:solidFill>
                  <a:schemeClr val="bg1"/>
                </a:solidFill>
              </a:rPr>
              <a:t>As well as having the ability to read the Terms of Service and Privacy Policy in case there has been changes </a:t>
            </a:r>
          </a:p>
        </p:txBody>
      </p:sp>
      <p:grpSp>
        <p:nvGrpSpPr>
          <p:cNvPr id="14" name="Csoportba foglalás 13">
            <a:extLst>
              <a:ext uri="{FF2B5EF4-FFF2-40B4-BE49-F238E27FC236}">
                <a16:creationId xmlns:a16="http://schemas.microsoft.com/office/drawing/2014/main" id="{BCF3D9DE-0EAF-8989-6354-50DA20A78F24}"/>
              </a:ext>
            </a:extLst>
          </p:cNvPr>
          <p:cNvGrpSpPr/>
          <p:nvPr/>
        </p:nvGrpSpPr>
        <p:grpSpPr>
          <a:xfrm>
            <a:off x="2286" y="-5962"/>
            <a:ext cx="9144000" cy="4354967"/>
            <a:chOff x="2286" y="-5962"/>
            <a:chExt cx="9144000" cy="4354967"/>
          </a:xfrm>
        </p:grpSpPr>
        <p:pic>
          <p:nvPicPr>
            <p:cNvPr id="11" name="Kép 10">
              <a:extLst>
                <a:ext uri="{FF2B5EF4-FFF2-40B4-BE49-F238E27FC236}">
                  <a16:creationId xmlns:a16="http://schemas.microsoft.com/office/drawing/2014/main" id="{141068B2-44E7-B184-25AA-DF745387D0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86" y="-5962"/>
              <a:ext cx="9144000" cy="4354967"/>
            </a:xfrm>
            <a:prstGeom prst="rect">
              <a:avLst/>
            </a:prstGeom>
          </p:spPr>
        </p:pic>
        <p:pic>
          <p:nvPicPr>
            <p:cNvPr id="13" name="Kép 12">
              <a:extLst>
                <a:ext uri="{FF2B5EF4-FFF2-40B4-BE49-F238E27FC236}">
                  <a16:creationId xmlns:a16="http://schemas.microsoft.com/office/drawing/2014/main" id="{418D8EEC-49F4-C0A8-38BF-909B8FE2AB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-1" t="2746" r="2051"/>
            <a:stretch/>
          </p:blipFill>
          <p:spPr>
            <a:xfrm>
              <a:off x="7311271" y="2382"/>
              <a:ext cx="1820029" cy="738646"/>
            </a:xfrm>
            <a:prstGeom prst="rect">
              <a:avLst/>
            </a:prstGeom>
          </p:spPr>
        </p:pic>
      </p:grpSp>
      <p:cxnSp>
        <p:nvCxnSpPr>
          <p:cNvPr id="18" name="Egyenes összekötő nyíllal 17">
            <a:extLst>
              <a:ext uri="{FF2B5EF4-FFF2-40B4-BE49-F238E27FC236}">
                <a16:creationId xmlns:a16="http://schemas.microsoft.com/office/drawing/2014/main" id="{90DC5109-26D4-118B-F9B2-59E6624946BB}"/>
              </a:ext>
            </a:extLst>
          </p:cNvPr>
          <p:cNvCxnSpPr/>
          <p:nvPr/>
        </p:nvCxnSpPr>
        <p:spPr>
          <a:xfrm>
            <a:off x="6515100" y="428625"/>
            <a:ext cx="173355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421CBC86-AA1A-8718-69AA-50C947CBBE9E}"/>
              </a:ext>
            </a:extLst>
          </p:cNvPr>
          <p:cNvSpPr txBox="1">
            <a:spLocks/>
          </p:cNvSpPr>
          <p:nvPr/>
        </p:nvSpPr>
        <p:spPr>
          <a:xfrm>
            <a:off x="2663072" y="288011"/>
            <a:ext cx="3862612" cy="33423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noProof="0" dirty="0">
                <a:solidFill>
                  <a:schemeClr val="bg1"/>
                </a:solidFill>
              </a:rPr>
              <a:t>I am going to talk about this in the next slide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en-US" sz="1600" noProof="0" dirty="0">
              <a:solidFill>
                <a:schemeClr val="bg1"/>
              </a:solidFill>
            </a:endParaRPr>
          </a:p>
        </p:txBody>
      </p:sp>
      <p:pic>
        <p:nvPicPr>
          <p:cNvPr id="34" name="Kép 33">
            <a:extLst>
              <a:ext uri="{FF2B5EF4-FFF2-40B4-BE49-F238E27FC236}">
                <a16:creationId xmlns:a16="http://schemas.microsoft.com/office/drawing/2014/main" id="{3C1475D8-C9AE-4815-B1E1-765A73486B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7302" y="4590327"/>
            <a:ext cx="3250628" cy="481035"/>
          </a:xfrm>
          <a:prstGeom prst="rect">
            <a:avLst/>
          </a:prstGeom>
        </p:spPr>
      </p:pic>
      <p:sp>
        <p:nvSpPr>
          <p:cNvPr id="40" name="Szövegdoboz 39">
            <a:extLst>
              <a:ext uri="{FF2B5EF4-FFF2-40B4-BE49-F238E27FC236}">
                <a16:creationId xmlns:a16="http://schemas.microsoft.com/office/drawing/2014/main" id="{C6B604BD-E6E3-5C71-42C5-BB7F8D23D091}"/>
              </a:ext>
            </a:extLst>
          </p:cNvPr>
          <p:cNvSpPr txBox="1"/>
          <p:nvPr/>
        </p:nvSpPr>
        <p:spPr>
          <a:xfrm>
            <a:off x="5905498" y="4267371"/>
            <a:ext cx="279082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000" b="1" noProof="0" dirty="0">
                <a:solidFill>
                  <a:schemeClr val="bg1"/>
                </a:solidFill>
              </a:rPr>
              <a:t>It is available on this site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Csoportba foglalás 14">
            <a:extLst>
              <a:ext uri="{FF2B5EF4-FFF2-40B4-BE49-F238E27FC236}">
                <a16:creationId xmlns:a16="http://schemas.microsoft.com/office/drawing/2014/main" id="{B1FEDBD9-6C35-361C-3168-EBC925D93279}"/>
              </a:ext>
            </a:extLst>
          </p:cNvPr>
          <p:cNvGrpSpPr/>
          <p:nvPr/>
        </p:nvGrpSpPr>
        <p:grpSpPr>
          <a:xfrm>
            <a:off x="3486150" y="0"/>
            <a:ext cx="5657850" cy="6858000"/>
            <a:chOff x="3486150" y="0"/>
            <a:chExt cx="5657850" cy="6858000"/>
          </a:xfrm>
        </p:grpSpPr>
        <p:pic>
          <p:nvPicPr>
            <p:cNvPr id="9" name="Kép 8">
              <a:extLst>
                <a:ext uri="{FF2B5EF4-FFF2-40B4-BE49-F238E27FC236}">
                  <a16:creationId xmlns:a16="http://schemas.microsoft.com/office/drawing/2014/main" id="{F1FF6CAC-82A5-1E4A-7857-A38A99BA0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669" r="21157"/>
            <a:stretch/>
          </p:blipFill>
          <p:spPr>
            <a:xfrm>
              <a:off x="3486150" y="0"/>
              <a:ext cx="5657850" cy="6858000"/>
            </a:xfrm>
            <a:prstGeom prst="rect">
              <a:avLst/>
            </a:prstGeom>
          </p:spPr>
        </p:pic>
        <p:sp>
          <p:nvSpPr>
            <p:cNvPr id="13" name="Téglalap 12">
              <a:extLst>
                <a:ext uri="{FF2B5EF4-FFF2-40B4-BE49-F238E27FC236}">
                  <a16:creationId xmlns:a16="http://schemas.microsoft.com/office/drawing/2014/main" id="{E5C9D6EC-88F2-E298-9392-69C02734811D}"/>
                </a:ext>
              </a:extLst>
            </p:cNvPr>
            <p:cNvSpPr/>
            <p:nvPr/>
          </p:nvSpPr>
          <p:spPr>
            <a:xfrm>
              <a:off x="5657850" y="226209"/>
              <a:ext cx="2790825" cy="5056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43425" y="-20851"/>
            <a:ext cx="4600575" cy="1143000"/>
          </a:xfrm>
        </p:spPr>
        <p:txBody>
          <a:bodyPr/>
          <a:lstStyle/>
          <a:p>
            <a:r>
              <a:rPr lang="en-US" noProof="0" dirty="0"/>
              <a:t>Account Settings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903772"/>
            <a:ext cx="3486150" cy="461983"/>
          </a:xfrm>
        </p:spPr>
        <p:txBody>
          <a:bodyPr>
            <a:normAutofit fontScale="850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noProof="0" dirty="0"/>
              <a:t>Username changing option</a:t>
            </a:r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81BFD845-8CE8-DEC0-8484-E8624F4BD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" y="226209"/>
            <a:ext cx="3966667" cy="461982"/>
          </a:xfrm>
          <a:prstGeom prst="rect">
            <a:avLst/>
          </a:prstGeom>
        </p:spPr>
      </p:pic>
      <p:sp>
        <p:nvSpPr>
          <p:cNvPr id="12" name="Szövegdoboz 11">
            <a:extLst>
              <a:ext uri="{FF2B5EF4-FFF2-40B4-BE49-F238E27FC236}">
                <a16:creationId xmlns:a16="http://schemas.microsoft.com/office/drawing/2014/main" id="{C17349CE-DCFC-15F8-84EC-04D9D75A7DB0}"/>
              </a:ext>
            </a:extLst>
          </p:cNvPr>
          <p:cNvSpPr txBox="1"/>
          <p:nvPr/>
        </p:nvSpPr>
        <p:spPr>
          <a:xfrm>
            <a:off x="261439" y="660614"/>
            <a:ext cx="279082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000" b="1" noProof="0" dirty="0"/>
              <a:t>It is available on this site</a:t>
            </a:r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BACEA9E2-B426-EA2C-38F6-0C9E682C7A91}"/>
              </a:ext>
            </a:extLst>
          </p:cNvPr>
          <p:cNvSpPr txBox="1"/>
          <p:nvPr/>
        </p:nvSpPr>
        <p:spPr>
          <a:xfrm>
            <a:off x="0" y="3507594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noProof="0" dirty="0"/>
              <a:t>Password changing option</a:t>
            </a:r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AE78E291-1F8D-0232-749F-6235E86546B2}"/>
              </a:ext>
            </a:extLst>
          </p:cNvPr>
          <p:cNvSpPr txBox="1"/>
          <p:nvPr/>
        </p:nvSpPr>
        <p:spPr>
          <a:xfrm>
            <a:off x="0" y="5447892"/>
            <a:ext cx="34861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noProof="0" dirty="0"/>
              <a:t>(Proceed with Caution) Account Deactivation option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165</Words>
  <Application>Microsoft Office PowerPoint</Application>
  <PresentationFormat>Diavetítés a képernyőre (4:3 oldalarány)</PresentationFormat>
  <Paragraphs>28</Paragraphs>
  <Slides>4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4</vt:i4>
      </vt:variant>
    </vt:vector>
  </HeadingPairs>
  <TitlesOfParts>
    <vt:vector size="8" baseType="lpstr">
      <vt:lpstr>Arial</vt:lpstr>
      <vt:lpstr>Calibri</vt:lpstr>
      <vt:lpstr>Wingdings</vt:lpstr>
      <vt:lpstr>Office Theme</vt:lpstr>
      <vt:lpstr>Registration page</vt:lpstr>
      <vt:lpstr>Login &amp; Password reset page</vt:lpstr>
      <vt:lpstr>User Control Panel (UCP)</vt:lpstr>
      <vt:lpstr>Account Settings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O365 felhasználó</cp:lastModifiedBy>
  <cp:revision>9</cp:revision>
  <dcterms:created xsi:type="dcterms:W3CDTF">2013-01-27T09:14:16Z</dcterms:created>
  <dcterms:modified xsi:type="dcterms:W3CDTF">2025-05-26T21:12:23Z</dcterms:modified>
  <cp:category/>
</cp:coreProperties>
</file>