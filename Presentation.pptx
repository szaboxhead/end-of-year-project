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1652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2151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369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504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538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4287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0532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530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3414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860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5573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311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69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0695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9295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97051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558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46E491F-C00B-41BB-9BAC-BA8D0A91A9AB}" type="datetimeFigureOut">
              <a:rPr lang="hu-HU" smtClean="0"/>
              <a:t>2025. 05. 26.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C29498A-D895-49DC-A7F0-2F667BC64B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0110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ottbuckley.com.au/library/" TargetMode="External"/><Relationship Id="rId2" Type="http://schemas.openxmlformats.org/officeDocument/2006/relationships/hyperlink" Target="https://soundimage.org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jp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5325EA-AD71-4EAC-BE71-B5E0D57F4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2362199"/>
          </a:xfrm>
        </p:spPr>
        <p:txBody>
          <a:bodyPr/>
          <a:lstStyle/>
          <a:p>
            <a:r>
              <a:rPr lang="en-AU" noProof="0" dirty="0"/>
              <a:t>End of Year project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A7FEC60-D1CB-4A69-8E12-ED34E14A2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noProof="0" dirty="0"/>
              <a:t>By: Temesi Szabolcs István &amp; Szabó Levente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E61B7FC-1B57-4F62-8354-F83F46FEE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704" y="2714336"/>
            <a:ext cx="7956591" cy="142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F57C5F-3649-4D18-B433-ABBC6020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Project information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BC33459-F3D4-4C2E-892C-94C86B22A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noProof="0" dirty="0"/>
              <a:t>Time Investment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0F45660-F7D8-402E-A3D2-FF7A0052DB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noProof="0" dirty="0"/>
              <a:t>Start: 2024 September</a:t>
            </a:r>
          </a:p>
          <a:p>
            <a:r>
              <a:rPr lang="en-AU" noProof="0" dirty="0"/>
              <a:t>End: 2025 May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F6E3703-DD05-4445-BD89-1246CD313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noProof="0" dirty="0"/>
              <a:t>Programs used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5A88C84-A1CF-401D-B7DF-9E6A9FD9745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noProof="0" dirty="0"/>
              <a:t>Visual Studio Code</a:t>
            </a:r>
          </a:p>
          <a:p>
            <a:r>
              <a:rPr lang="en-AU" noProof="0" dirty="0"/>
              <a:t>XAMPP</a:t>
            </a:r>
          </a:p>
          <a:p>
            <a:r>
              <a:rPr lang="en-AU" noProof="0" dirty="0"/>
              <a:t>paint.net</a:t>
            </a:r>
          </a:p>
          <a:p>
            <a:r>
              <a:rPr lang="en-AU" noProof="0" dirty="0"/>
              <a:t>ChatGPT</a:t>
            </a:r>
          </a:p>
          <a:p>
            <a:r>
              <a:rPr lang="en-AU" noProof="0" dirty="0"/>
              <a:t>Godot Engine</a:t>
            </a:r>
          </a:p>
          <a:p>
            <a:r>
              <a:rPr lang="en-AU" noProof="0" dirty="0"/>
              <a:t>Audacity</a:t>
            </a:r>
          </a:p>
          <a:p>
            <a:r>
              <a:rPr lang="en-AU" noProof="0" dirty="0" err="1"/>
              <a:t>Aseprite</a:t>
            </a:r>
            <a:endParaRPr lang="en-AU" noProof="0" dirty="0"/>
          </a:p>
          <a:p>
            <a:endParaRPr lang="en-AU" noProof="0" dirty="0"/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4CE14A9-D3BB-47EC-AE98-470CC2D06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936" y="5733232"/>
            <a:ext cx="777518" cy="777518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76944F8B-EBEB-4837-AEE6-ED3347CBE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205" y="5742343"/>
            <a:ext cx="777518" cy="77751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E973F9D-88F1-4A16-AB4C-8919575DE7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723" y="5742343"/>
            <a:ext cx="777518" cy="777657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027F0CC4-2E73-4CC9-8D59-CC4F80937B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131" y="5742344"/>
            <a:ext cx="777518" cy="777518"/>
          </a:xfrm>
          <a:prstGeom prst="rect">
            <a:avLst/>
          </a:prstGeom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0ADD010A-DA1B-4A5D-9F0D-4FDD2E5DA9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612" y="5742343"/>
            <a:ext cx="777518" cy="768407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F4118AB3-4E5A-402E-80AD-08AC7DE20B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878" y="5742343"/>
            <a:ext cx="777518" cy="77751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462AB436-23DF-4BCD-BCC6-B69BF6A22E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5742343"/>
            <a:ext cx="777518" cy="777518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C3C509A9-FD02-4E95-8104-63A5088F8E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8200" y="4090189"/>
            <a:ext cx="4406276" cy="831373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23B41A10-C1D8-48F8-8024-7FAE0D455A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9359" y="4826515"/>
            <a:ext cx="2144755" cy="720375"/>
          </a:xfrm>
          <a:prstGeom prst="rect">
            <a:avLst/>
          </a:prstGeom>
        </p:spPr>
      </p:pic>
      <p:sp>
        <p:nvSpPr>
          <p:cNvPr id="27" name="Ellipszis 26">
            <a:extLst>
              <a:ext uri="{FF2B5EF4-FFF2-40B4-BE49-F238E27FC236}">
                <a16:creationId xmlns:a16="http://schemas.microsoft.com/office/drawing/2014/main" id="{B9404BAA-BD49-46CF-BCE9-2346F7B5ACCA}"/>
              </a:ext>
            </a:extLst>
          </p:cNvPr>
          <p:cNvSpPr/>
          <p:nvPr/>
        </p:nvSpPr>
        <p:spPr>
          <a:xfrm>
            <a:off x="4024539" y="4647035"/>
            <a:ext cx="166254" cy="1662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>
              <a:noFill/>
            </a:endParaRPr>
          </a:p>
        </p:txBody>
      </p: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B63B5F32-25FE-4DEB-B9CF-B1AA0A2E640B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4024539" y="4036221"/>
            <a:ext cx="83127" cy="610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zövegdoboz 29">
            <a:extLst>
              <a:ext uri="{FF2B5EF4-FFF2-40B4-BE49-F238E27FC236}">
                <a16:creationId xmlns:a16="http://schemas.microsoft.com/office/drawing/2014/main" id="{7D1DCC30-9556-4711-99FF-0223946B67EC}"/>
              </a:ext>
            </a:extLst>
          </p:cNvPr>
          <p:cNvSpPr txBox="1"/>
          <p:nvPr/>
        </p:nvSpPr>
        <p:spPr>
          <a:xfrm>
            <a:off x="3633424" y="3833711"/>
            <a:ext cx="933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u="sng" noProof="0" dirty="0"/>
              <a:t>Start date</a:t>
            </a: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72E1C5CD-F33B-4B40-B51B-16CF27E7365D}"/>
              </a:ext>
            </a:extLst>
          </p:cNvPr>
          <p:cNvSpPr txBox="1"/>
          <p:nvPr/>
        </p:nvSpPr>
        <p:spPr>
          <a:xfrm rot="18137943">
            <a:off x="678689" y="4299218"/>
            <a:ext cx="722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noProof="0" dirty="0"/>
              <a:t>2024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C5E2ED2A-F476-4D76-8698-F9729C34A03C}"/>
              </a:ext>
            </a:extLst>
          </p:cNvPr>
          <p:cNvSpPr txBox="1"/>
          <p:nvPr/>
        </p:nvSpPr>
        <p:spPr>
          <a:xfrm rot="17803016">
            <a:off x="659429" y="4937702"/>
            <a:ext cx="765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noProof="0" dirty="0"/>
              <a:t>2025</a:t>
            </a:r>
          </a:p>
        </p:txBody>
      </p:sp>
      <p:sp>
        <p:nvSpPr>
          <p:cNvPr id="33" name="Ellipszis 32">
            <a:extLst>
              <a:ext uri="{FF2B5EF4-FFF2-40B4-BE49-F238E27FC236}">
                <a16:creationId xmlns:a16="http://schemas.microsoft.com/office/drawing/2014/main" id="{2ACE1EF0-4919-4314-A1D4-AE9DFFB3BA08}"/>
              </a:ext>
            </a:extLst>
          </p:cNvPr>
          <p:cNvSpPr/>
          <p:nvPr/>
        </p:nvSpPr>
        <p:spPr>
          <a:xfrm>
            <a:off x="2795548" y="5322850"/>
            <a:ext cx="166254" cy="1662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noProof="0" dirty="0">
              <a:noFill/>
            </a:endParaRPr>
          </a:p>
        </p:txBody>
      </p:sp>
      <p:cxnSp>
        <p:nvCxnSpPr>
          <p:cNvPr id="34" name="Egyenes összekötő 33">
            <a:extLst>
              <a:ext uri="{FF2B5EF4-FFF2-40B4-BE49-F238E27FC236}">
                <a16:creationId xmlns:a16="http://schemas.microsoft.com/office/drawing/2014/main" id="{2657A635-EAC1-428F-BE37-43CA33D66DB4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2961802" y="5235319"/>
            <a:ext cx="538396" cy="170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Szövegdoboz 37">
            <a:extLst>
              <a:ext uri="{FF2B5EF4-FFF2-40B4-BE49-F238E27FC236}">
                <a16:creationId xmlns:a16="http://schemas.microsoft.com/office/drawing/2014/main" id="{8321C863-8270-4A53-8C2A-310AB9D13423}"/>
              </a:ext>
            </a:extLst>
          </p:cNvPr>
          <p:cNvSpPr txBox="1"/>
          <p:nvPr/>
        </p:nvSpPr>
        <p:spPr>
          <a:xfrm>
            <a:off x="3295576" y="5045097"/>
            <a:ext cx="9335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u="sng" noProof="0" dirty="0"/>
              <a:t>End date</a:t>
            </a:r>
          </a:p>
        </p:txBody>
      </p:sp>
    </p:spTree>
    <p:extLst>
      <p:ext uri="{BB962C8B-B14F-4D97-AF65-F5344CB8AC3E}">
        <p14:creationId xmlns:p14="http://schemas.microsoft.com/office/powerpoint/2010/main" val="3474607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5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25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0" grpId="0"/>
      <p:bldP spid="33" grpId="0" animBg="1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3EE28A0-C077-4733-A3D2-DADEE5AD1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8" r="565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03387" y="150086"/>
            <a:ext cx="4787882" cy="756997"/>
          </a:xfrm>
        </p:spPr>
        <p:txBody>
          <a:bodyPr anchor="ctr">
            <a:noAutofit/>
          </a:bodyPr>
          <a:lstStyle/>
          <a:p>
            <a:r>
              <a:rPr lang="en-AU" b="1" noProof="0" dirty="0">
                <a:solidFill>
                  <a:schemeClr val="tx1"/>
                </a:solidFill>
              </a:rPr>
              <a:t>Registration page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2DE93E4C-6A50-ECA9-042E-15EDE47FE5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4" r="75876"/>
          <a:stretch/>
        </p:blipFill>
        <p:spPr>
          <a:xfrm>
            <a:off x="1560095" y="331917"/>
            <a:ext cx="1962216" cy="37385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97758983-DE77-87B4-9B23-DAE4EBF493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33" t="1688" r="41857" b="-1688"/>
          <a:stretch/>
        </p:blipFill>
        <p:spPr>
          <a:xfrm>
            <a:off x="7868977" y="345466"/>
            <a:ext cx="2835118" cy="373852"/>
          </a:xfrm>
          <a:prstGeom prst="rect">
            <a:avLst/>
          </a:prstGeom>
        </p:spPr>
      </p:pic>
      <p:sp>
        <p:nvSpPr>
          <p:cNvPr id="21" name="Szövegdoboz 20">
            <a:extLst>
              <a:ext uri="{FF2B5EF4-FFF2-40B4-BE49-F238E27FC236}">
                <a16:creationId xmlns:a16="http://schemas.microsoft.com/office/drawing/2014/main" id="{C6D1D62F-6CB2-6D75-D75F-55D3F58A12AC}"/>
              </a:ext>
            </a:extLst>
          </p:cNvPr>
          <p:cNvSpPr txBox="1"/>
          <p:nvPr/>
        </p:nvSpPr>
        <p:spPr>
          <a:xfrm>
            <a:off x="4297070" y="1723074"/>
            <a:ext cx="1109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noProof="0" dirty="0"/>
              <a:t>You can 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363D7D8A-732D-D043-7067-23F6BF4C2E0C}"/>
              </a:ext>
            </a:extLst>
          </p:cNvPr>
          <p:cNvSpPr txBox="1"/>
          <p:nvPr/>
        </p:nvSpPr>
        <p:spPr>
          <a:xfrm>
            <a:off x="6664862" y="2153962"/>
            <a:ext cx="1109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noProof="0" dirty="0"/>
              <a:t>here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5C3DF5F2-EB68-3988-68F9-1C900C51665F}"/>
              </a:ext>
            </a:extLst>
          </p:cNvPr>
          <p:cNvSpPr txBox="1"/>
          <p:nvPr/>
        </p:nvSpPr>
        <p:spPr>
          <a:xfrm>
            <a:off x="4521287" y="875535"/>
            <a:ext cx="353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noProof="0" dirty="0"/>
              <a:t>It is available on these sites</a:t>
            </a:r>
          </a:p>
        </p:txBody>
      </p:sp>
      <p:sp>
        <p:nvSpPr>
          <p:cNvPr id="27" name="Nyíl: balra mutató 26">
            <a:extLst>
              <a:ext uri="{FF2B5EF4-FFF2-40B4-BE49-F238E27FC236}">
                <a16:creationId xmlns:a16="http://schemas.microsoft.com/office/drawing/2014/main" id="{03557B6D-A4C7-48CB-EF74-733334E9E6A4}"/>
              </a:ext>
            </a:extLst>
          </p:cNvPr>
          <p:cNvSpPr/>
          <p:nvPr/>
        </p:nvSpPr>
        <p:spPr>
          <a:xfrm rot="9382857">
            <a:off x="7671126" y="788006"/>
            <a:ext cx="808242" cy="27545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U" sz="1600" noProof="0" dirty="0">
              <a:solidFill>
                <a:schemeClr val="tx1"/>
              </a:solidFill>
            </a:endParaRPr>
          </a:p>
        </p:txBody>
      </p:sp>
      <p:sp>
        <p:nvSpPr>
          <p:cNvPr id="28" name="Nyíl: balra mutató 27">
            <a:extLst>
              <a:ext uri="{FF2B5EF4-FFF2-40B4-BE49-F238E27FC236}">
                <a16:creationId xmlns:a16="http://schemas.microsoft.com/office/drawing/2014/main" id="{DDF1B416-59B6-A391-BC31-3746049418FB}"/>
              </a:ext>
            </a:extLst>
          </p:cNvPr>
          <p:cNvSpPr/>
          <p:nvPr/>
        </p:nvSpPr>
        <p:spPr>
          <a:xfrm rot="1221014">
            <a:off x="3480268" y="811496"/>
            <a:ext cx="1058935" cy="27545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U" sz="1600" noProof="0" dirty="0">
              <a:solidFill>
                <a:schemeClr val="tx1"/>
              </a:solidFill>
            </a:endParaRP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8BE0A18A-30D8-DA6F-68CA-C17F3DF9BE7B}"/>
              </a:ext>
            </a:extLst>
          </p:cNvPr>
          <p:cNvSpPr txBox="1"/>
          <p:nvPr/>
        </p:nvSpPr>
        <p:spPr>
          <a:xfrm>
            <a:off x="4046009" y="6259758"/>
            <a:ext cx="49054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noProof="0" dirty="0"/>
              <a:t>In case you already have an account </a:t>
            </a:r>
          </a:p>
        </p:txBody>
      </p:sp>
      <p:sp>
        <p:nvSpPr>
          <p:cNvPr id="30" name="Nyíl: balra mutató 29">
            <a:extLst>
              <a:ext uri="{FF2B5EF4-FFF2-40B4-BE49-F238E27FC236}">
                <a16:creationId xmlns:a16="http://schemas.microsoft.com/office/drawing/2014/main" id="{8FAB9889-6DD7-5D07-F792-9D351F043474}"/>
              </a:ext>
            </a:extLst>
          </p:cNvPr>
          <p:cNvSpPr/>
          <p:nvPr/>
        </p:nvSpPr>
        <p:spPr>
          <a:xfrm rot="1319028">
            <a:off x="7072772" y="5921171"/>
            <a:ext cx="1142781" cy="25637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U" sz="1600" noProof="0" dirty="0">
              <a:solidFill>
                <a:schemeClr val="tx1"/>
              </a:solidFill>
            </a:endParaRPr>
          </a:p>
        </p:txBody>
      </p:sp>
      <p:sp>
        <p:nvSpPr>
          <p:cNvPr id="31" name="Szövegdoboz 30">
            <a:extLst>
              <a:ext uri="{FF2B5EF4-FFF2-40B4-BE49-F238E27FC236}">
                <a16:creationId xmlns:a16="http://schemas.microsoft.com/office/drawing/2014/main" id="{8E834285-8723-204E-0B31-4684A4F699E3}"/>
              </a:ext>
            </a:extLst>
          </p:cNvPr>
          <p:cNvSpPr txBox="1"/>
          <p:nvPr/>
        </p:nvSpPr>
        <p:spPr>
          <a:xfrm>
            <a:off x="1806820" y="3506456"/>
            <a:ext cx="24024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noProof="0" dirty="0"/>
              <a:t>Simple input fields</a:t>
            </a:r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695494DF-8ED4-9C7F-A650-2B07E954F69F}"/>
              </a:ext>
            </a:extLst>
          </p:cNvPr>
          <p:cNvSpPr txBox="1"/>
          <p:nvPr/>
        </p:nvSpPr>
        <p:spPr>
          <a:xfrm>
            <a:off x="7419632" y="3559353"/>
            <a:ext cx="30637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1" noProof="0" dirty="0"/>
              <a:t>Option to make your password visible and to hide again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BA9AF-FB4F-1E02-D9D7-AE28FA75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Kép 17">
            <a:extLst>
              <a:ext uri="{FF2B5EF4-FFF2-40B4-BE49-F238E27FC236}">
                <a16:creationId xmlns:a16="http://schemas.microsoft.com/office/drawing/2014/main" id="{F0F7EA57-2323-22C8-E6EA-0ABB838D86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" t="-38040" r="-230" b="40536"/>
          <a:stretch/>
        </p:blipFill>
        <p:spPr>
          <a:xfrm>
            <a:off x="3962954" y="-4375332"/>
            <a:ext cx="8257448" cy="1121480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F4627595-F374-B069-C5D8-635E7F641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3" r="13143"/>
          <a:stretch/>
        </p:blipFill>
        <p:spPr>
          <a:xfrm>
            <a:off x="-114622" y="18529"/>
            <a:ext cx="4192201" cy="5391902"/>
          </a:xfrm>
          <a:prstGeom prst="rect">
            <a:avLst/>
          </a:prstGeom>
        </p:spPr>
      </p:pic>
      <p:sp>
        <p:nvSpPr>
          <p:cNvPr id="31" name="Szövegdoboz 30">
            <a:extLst>
              <a:ext uri="{FF2B5EF4-FFF2-40B4-BE49-F238E27FC236}">
                <a16:creationId xmlns:a16="http://schemas.microsoft.com/office/drawing/2014/main" id="{546CD304-F64E-5831-504A-7829F848479A}"/>
              </a:ext>
            </a:extLst>
          </p:cNvPr>
          <p:cNvSpPr txBox="1"/>
          <p:nvPr/>
        </p:nvSpPr>
        <p:spPr>
          <a:xfrm>
            <a:off x="3931357" y="2529814"/>
            <a:ext cx="2513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b="1" noProof="0" dirty="0"/>
              <a:t>Simple input fields</a:t>
            </a: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183DC239-5077-AF46-126C-75482B2888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4" r="8967"/>
          <a:stretch/>
        </p:blipFill>
        <p:spPr>
          <a:xfrm>
            <a:off x="0" y="5038352"/>
            <a:ext cx="12210975" cy="179585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02EBD75-BC30-A19A-D011-AB0A94068A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03"/>
          <a:stretch/>
        </p:blipFill>
        <p:spPr>
          <a:xfrm>
            <a:off x="550075" y="54655"/>
            <a:ext cx="2604399" cy="342850"/>
          </a:xfrm>
          <a:prstGeom prst="rect">
            <a:avLst/>
          </a:prstGeom>
        </p:spPr>
      </p:pic>
      <p:sp>
        <p:nvSpPr>
          <p:cNvPr id="25" name="Szövegdoboz 24">
            <a:extLst>
              <a:ext uri="{FF2B5EF4-FFF2-40B4-BE49-F238E27FC236}">
                <a16:creationId xmlns:a16="http://schemas.microsoft.com/office/drawing/2014/main" id="{07EC3BFD-1941-197E-7D43-D15A55D90C14}"/>
              </a:ext>
            </a:extLst>
          </p:cNvPr>
          <p:cNvSpPr txBox="1"/>
          <p:nvPr/>
        </p:nvSpPr>
        <p:spPr>
          <a:xfrm>
            <a:off x="418903" y="300178"/>
            <a:ext cx="324164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sz="2100" b="1" noProof="0" dirty="0"/>
              <a:t>It is </a:t>
            </a:r>
            <a:r>
              <a:rPr lang="en-AU" sz="2000" b="1" noProof="0" dirty="0"/>
              <a:t>available</a:t>
            </a:r>
            <a:r>
              <a:rPr lang="en-AU" sz="2100" b="1" noProof="0" dirty="0"/>
              <a:t> on this site</a:t>
            </a: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CA90F15C-AA68-FD16-1920-3C936052AF7B}"/>
              </a:ext>
            </a:extLst>
          </p:cNvPr>
          <p:cNvSpPr txBox="1"/>
          <p:nvPr/>
        </p:nvSpPr>
        <p:spPr>
          <a:xfrm>
            <a:off x="2483347" y="2128331"/>
            <a:ext cx="9199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sz="2000" b="1" noProof="0" dirty="0"/>
              <a:t>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DF5F3-1B76-A87D-CD62-E81951A1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794" y="963042"/>
            <a:ext cx="5617403" cy="1229510"/>
          </a:xfrm>
        </p:spPr>
        <p:txBody>
          <a:bodyPr anchor="ctr">
            <a:normAutofit/>
          </a:bodyPr>
          <a:lstStyle/>
          <a:p>
            <a:pPr algn="l"/>
            <a:r>
              <a:rPr lang="en-AU" sz="2800" b="1" noProof="0" dirty="0">
                <a:solidFill>
                  <a:schemeClr val="tx1"/>
                </a:solidFill>
              </a:rPr>
              <a:t>Login &amp; Password reset </a:t>
            </a:r>
            <a:r>
              <a:rPr lang="en-AU" sz="2400" b="1" noProof="0" dirty="0">
                <a:solidFill>
                  <a:schemeClr val="tx1"/>
                </a:solidFill>
              </a:rPr>
              <a:t>page</a:t>
            </a:r>
            <a:endParaRPr lang="en-AU" sz="2800" b="1" noProof="0" dirty="0">
              <a:solidFill>
                <a:schemeClr val="tx1"/>
              </a:solidFill>
            </a:endParaRPr>
          </a:p>
        </p:txBody>
      </p:sp>
      <p:sp>
        <p:nvSpPr>
          <p:cNvPr id="21" name="Szövegdoboz 20">
            <a:extLst>
              <a:ext uri="{FF2B5EF4-FFF2-40B4-BE49-F238E27FC236}">
                <a16:creationId xmlns:a16="http://schemas.microsoft.com/office/drawing/2014/main" id="{EAFF1757-C098-8545-9FFE-8B9B43517D03}"/>
              </a:ext>
            </a:extLst>
          </p:cNvPr>
          <p:cNvSpPr txBox="1"/>
          <p:nvPr/>
        </p:nvSpPr>
        <p:spPr>
          <a:xfrm>
            <a:off x="364387" y="1412216"/>
            <a:ext cx="1231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b="1" noProof="0" dirty="0"/>
              <a:t>You can </a:t>
            </a:r>
          </a:p>
        </p:txBody>
      </p:sp>
      <p:sp>
        <p:nvSpPr>
          <p:cNvPr id="29" name="Szövegdoboz 28">
            <a:extLst>
              <a:ext uri="{FF2B5EF4-FFF2-40B4-BE49-F238E27FC236}">
                <a16:creationId xmlns:a16="http://schemas.microsoft.com/office/drawing/2014/main" id="{1ADF892A-979C-3CE1-3F63-3F15D023E1B8}"/>
              </a:ext>
            </a:extLst>
          </p:cNvPr>
          <p:cNvSpPr txBox="1"/>
          <p:nvPr/>
        </p:nvSpPr>
        <p:spPr>
          <a:xfrm>
            <a:off x="4398733" y="4375894"/>
            <a:ext cx="482144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100" b="1" noProof="0" dirty="0"/>
              <a:t>In case you don’t have an account </a:t>
            </a:r>
          </a:p>
        </p:txBody>
      </p:sp>
      <p:sp>
        <p:nvSpPr>
          <p:cNvPr id="30" name="Nyíl: balra mutató 29">
            <a:extLst>
              <a:ext uri="{FF2B5EF4-FFF2-40B4-BE49-F238E27FC236}">
                <a16:creationId xmlns:a16="http://schemas.microsoft.com/office/drawing/2014/main" id="{338411C8-DD5F-6274-AEB9-F618CA26E70C}"/>
              </a:ext>
            </a:extLst>
          </p:cNvPr>
          <p:cNvSpPr/>
          <p:nvPr/>
        </p:nvSpPr>
        <p:spPr>
          <a:xfrm rot="553326">
            <a:off x="3384393" y="4397313"/>
            <a:ext cx="924426" cy="256376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 noProof="0" dirty="0"/>
          </a:p>
        </p:txBody>
      </p: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83D56431-C1E6-B5A8-1E3C-5330227EE328}"/>
              </a:ext>
            </a:extLst>
          </p:cNvPr>
          <p:cNvSpPr txBox="1"/>
          <p:nvPr/>
        </p:nvSpPr>
        <p:spPr>
          <a:xfrm>
            <a:off x="3909166" y="2942007"/>
            <a:ext cx="4034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noProof="0" dirty="0"/>
              <a:t>Option to make your password visible and to hide again</a:t>
            </a:r>
          </a:p>
        </p:txBody>
      </p:sp>
      <p:sp>
        <p:nvSpPr>
          <p:cNvPr id="26" name="Szövegdoboz 25">
            <a:extLst>
              <a:ext uri="{FF2B5EF4-FFF2-40B4-BE49-F238E27FC236}">
                <a16:creationId xmlns:a16="http://schemas.microsoft.com/office/drawing/2014/main" id="{F4294EDD-6802-275D-39C0-E96FD35529D9}"/>
              </a:ext>
            </a:extLst>
          </p:cNvPr>
          <p:cNvSpPr txBox="1"/>
          <p:nvPr/>
        </p:nvSpPr>
        <p:spPr>
          <a:xfrm>
            <a:off x="8210347" y="5794718"/>
            <a:ext cx="37528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1" noProof="0" dirty="0"/>
              <a:t>In case you forgot your password, worry non!</a:t>
            </a:r>
          </a:p>
        </p:txBody>
      </p:sp>
    </p:spTree>
    <p:extLst>
      <p:ext uri="{BB962C8B-B14F-4D97-AF65-F5344CB8AC3E}">
        <p14:creationId xmlns:p14="http://schemas.microsoft.com/office/powerpoint/2010/main" val="336788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700" y="4420967"/>
            <a:ext cx="4311650" cy="1557493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AU" sz="3600" noProof="0" dirty="0">
                <a:solidFill>
                  <a:schemeClr val="tx1"/>
                </a:solidFill>
              </a:rPr>
              <a:t>User Control Panel (UCP)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7670" y="5085491"/>
            <a:ext cx="6391305" cy="2821841"/>
          </a:xfrm>
          <a:noFill/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AU" sz="1200" noProof="0" dirty="0">
                <a:solidFill>
                  <a:schemeClr val="tx1"/>
                </a:solidFill>
              </a:rPr>
              <a:t>Available after successful login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AU" sz="1200" noProof="0" dirty="0">
                <a:solidFill>
                  <a:schemeClr val="tx1"/>
                </a:solidFill>
              </a:rPr>
              <a:t>You can see some General Account Information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AU" sz="1200" noProof="0" dirty="0">
                <a:solidFill>
                  <a:schemeClr val="tx1"/>
                </a:solidFill>
              </a:rPr>
              <a:t>Download the latest version of the game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AU" sz="1200" noProof="0" dirty="0">
                <a:solidFill>
                  <a:schemeClr val="tx1"/>
                </a:solidFill>
              </a:rPr>
              <a:t>Check older versions of the game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AU" sz="1200" noProof="0" dirty="0">
                <a:solidFill>
                  <a:schemeClr val="tx1"/>
                </a:solidFill>
              </a:rPr>
              <a:t>As well as having the ability to read the Terms of Service and Privacy Policy in case there has been changes </a:t>
            </a:r>
          </a:p>
        </p:txBody>
      </p: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F315B367-5488-A834-0391-F71A44F77784}"/>
              </a:ext>
            </a:extLst>
          </p:cNvPr>
          <p:cNvGrpSpPr/>
          <p:nvPr/>
        </p:nvGrpSpPr>
        <p:grpSpPr>
          <a:xfrm>
            <a:off x="1448452" y="3563"/>
            <a:ext cx="9295097" cy="4426929"/>
            <a:chOff x="1526286" y="-5962"/>
            <a:chExt cx="9144000" cy="4354967"/>
          </a:xfrm>
        </p:grpSpPr>
        <p:pic>
          <p:nvPicPr>
            <p:cNvPr id="11" name="Kép 10">
              <a:extLst>
                <a:ext uri="{FF2B5EF4-FFF2-40B4-BE49-F238E27FC236}">
                  <a16:creationId xmlns:a16="http://schemas.microsoft.com/office/drawing/2014/main" id="{141068B2-44E7-B184-25AA-DF745387D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6286" y="-5962"/>
              <a:ext cx="9144000" cy="4354967"/>
            </a:xfrm>
            <a:prstGeom prst="rect">
              <a:avLst/>
            </a:prstGeom>
          </p:spPr>
        </p:pic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418D8EEC-49F4-C0A8-38BF-909B8FE2A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" t="2746" r="2051"/>
            <a:stretch/>
          </p:blipFill>
          <p:spPr>
            <a:xfrm>
              <a:off x="8835271" y="2382"/>
              <a:ext cx="1820029" cy="738646"/>
            </a:xfrm>
            <a:prstGeom prst="rect">
              <a:avLst/>
            </a:prstGeom>
          </p:spPr>
        </p:pic>
        <p:cxnSp>
          <p:nvCxnSpPr>
            <p:cNvPr id="18" name="Egyenes összekötő nyíllal 17">
              <a:extLst>
                <a:ext uri="{FF2B5EF4-FFF2-40B4-BE49-F238E27FC236}">
                  <a16:creationId xmlns:a16="http://schemas.microsoft.com/office/drawing/2014/main" id="{90DC5109-26D4-118B-F9B2-59E6624946BB}"/>
                </a:ext>
              </a:extLst>
            </p:cNvPr>
            <p:cNvCxnSpPr>
              <a:cxnSpLocks/>
            </p:cNvCxnSpPr>
            <p:nvPr/>
          </p:nvCxnSpPr>
          <p:spPr>
            <a:xfrm>
              <a:off x="7201302" y="428625"/>
              <a:ext cx="2571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ontent Placeholder 2">
              <a:extLst>
                <a:ext uri="{FF2B5EF4-FFF2-40B4-BE49-F238E27FC236}">
                  <a16:creationId xmlns:a16="http://schemas.microsoft.com/office/drawing/2014/main" id="{421CBC86-AA1A-8718-69AA-50C947CBBE9E}"/>
                </a:ext>
              </a:extLst>
            </p:cNvPr>
            <p:cNvSpPr txBox="1">
              <a:spLocks/>
            </p:cNvSpPr>
            <p:nvPr/>
          </p:nvSpPr>
          <p:spPr>
            <a:xfrm>
              <a:off x="4187072" y="288011"/>
              <a:ext cx="3862612" cy="334236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t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1050" noProof="0" dirty="0"/>
                <a:t>I am going to talk about this in the next slide</a:t>
              </a:r>
            </a:p>
            <a:p>
              <a:pPr algn="just">
                <a:buFont typeface="Wingdings" panose="05000000000000000000" pitchFamily="2" charset="2"/>
                <a:buChar char="§"/>
              </a:pPr>
              <a:endParaRPr lang="en-AU" sz="1050" noProof="0" dirty="0"/>
            </a:p>
          </p:txBody>
        </p:sp>
      </p:grpSp>
      <p:pic>
        <p:nvPicPr>
          <p:cNvPr id="34" name="Kép 33">
            <a:extLst>
              <a:ext uri="{FF2B5EF4-FFF2-40B4-BE49-F238E27FC236}">
                <a16:creationId xmlns:a16="http://schemas.microsoft.com/office/drawing/2014/main" id="{3C1475D8-C9AE-4815-B1E1-765A73486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1302" y="4590328"/>
            <a:ext cx="3250628" cy="481035"/>
          </a:xfrm>
          <a:prstGeom prst="rect">
            <a:avLst/>
          </a:prstGeom>
        </p:spPr>
      </p:pic>
      <p:sp>
        <p:nvSpPr>
          <p:cNvPr id="40" name="Szövegdoboz 39">
            <a:extLst>
              <a:ext uri="{FF2B5EF4-FFF2-40B4-BE49-F238E27FC236}">
                <a16:creationId xmlns:a16="http://schemas.microsoft.com/office/drawing/2014/main" id="{C6B604BD-E6E3-5C71-42C5-BB7F8D23D091}"/>
              </a:ext>
            </a:extLst>
          </p:cNvPr>
          <p:cNvSpPr txBox="1"/>
          <p:nvPr/>
        </p:nvSpPr>
        <p:spPr>
          <a:xfrm>
            <a:off x="7496174" y="4314996"/>
            <a:ext cx="27908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AU" sz="1600" b="1" noProof="0" dirty="0"/>
              <a:t>It is available on this 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B1FEDBD9-6C35-361C-3168-EBC925D93279}"/>
              </a:ext>
            </a:extLst>
          </p:cNvPr>
          <p:cNvGrpSpPr/>
          <p:nvPr/>
        </p:nvGrpSpPr>
        <p:grpSpPr>
          <a:xfrm>
            <a:off x="6539408" y="0"/>
            <a:ext cx="5657850" cy="6858000"/>
            <a:chOff x="3486150" y="0"/>
            <a:chExt cx="5657850" cy="6858000"/>
          </a:xfrm>
        </p:grpSpPr>
        <p:pic>
          <p:nvPicPr>
            <p:cNvPr id="9" name="Kép 8">
              <a:extLst>
                <a:ext uri="{FF2B5EF4-FFF2-40B4-BE49-F238E27FC236}">
                  <a16:creationId xmlns:a16="http://schemas.microsoft.com/office/drawing/2014/main" id="{F1FF6CAC-82A5-1E4A-7857-A38A99BA0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69" r="21157"/>
            <a:stretch/>
          </p:blipFill>
          <p:spPr>
            <a:xfrm>
              <a:off x="3486150" y="0"/>
              <a:ext cx="5657850" cy="6858000"/>
            </a:xfrm>
            <a:prstGeom prst="rect">
              <a:avLst/>
            </a:prstGeom>
          </p:spPr>
        </p:pic>
        <p:sp>
          <p:nvSpPr>
            <p:cNvPr id="13" name="Téglalap 12">
              <a:extLst>
                <a:ext uri="{FF2B5EF4-FFF2-40B4-BE49-F238E27FC236}">
                  <a16:creationId xmlns:a16="http://schemas.microsoft.com/office/drawing/2014/main" id="{E5C9D6EC-88F2-E298-9392-69C02734811D}"/>
                </a:ext>
              </a:extLst>
            </p:cNvPr>
            <p:cNvSpPr/>
            <p:nvPr/>
          </p:nvSpPr>
          <p:spPr>
            <a:xfrm>
              <a:off x="5657850" y="226209"/>
              <a:ext cx="2790825" cy="5056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AU" sz="16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8868" y="24063"/>
            <a:ext cx="4600575" cy="1143000"/>
          </a:xfrm>
        </p:spPr>
        <p:txBody>
          <a:bodyPr>
            <a:normAutofit/>
          </a:bodyPr>
          <a:lstStyle/>
          <a:p>
            <a:r>
              <a:rPr lang="en-AU" sz="2800" noProof="0" dirty="0">
                <a:solidFill>
                  <a:schemeClr val="bg1"/>
                </a:solidFill>
              </a:rPr>
              <a:t>Account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3999" y="1903773"/>
            <a:ext cx="3705225" cy="4619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AU" sz="1800" cap="none" noProof="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Username</a:t>
            </a:r>
            <a:r>
              <a:rPr lang="en-AU" sz="1800" cap="none" noProof="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 changing option</a:t>
            </a:r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81BFD845-8CE8-DEC0-8484-E8624F4B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1" y="226209"/>
            <a:ext cx="3966667" cy="461982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C17349CE-DCFC-15F8-84EC-04D9D75A7DB0}"/>
              </a:ext>
            </a:extLst>
          </p:cNvPr>
          <p:cNvSpPr txBox="1"/>
          <p:nvPr/>
        </p:nvSpPr>
        <p:spPr>
          <a:xfrm>
            <a:off x="2169199" y="688191"/>
            <a:ext cx="294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noProof="0" dirty="0"/>
              <a:t>It is available on this site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BACEA9E2-B426-EA2C-38F6-0C9E682C7A91}"/>
              </a:ext>
            </a:extLst>
          </p:cNvPr>
          <p:cNvSpPr txBox="1"/>
          <p:nvPr/>
        </p:nvSpPr>
        <p:spPr>
          <a:xfrm>
            <a:off x="1524000" y="35075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AU" noProof="0" dirty="0"/>
              <a:t>Password changing option</a:t>
            </a:r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E78E291-1F8D-0232-749F-6235E86546B2}"/>
              </a:ext>
            </a:extLst>
          </p:cNvPr>
          <p:cNvSpPr txBox="1"/>
          <p:nvPr/>
        </p:nvSpPr>
        <p:spPr>
          <a:xfrm>
            <a:off x="1523999" y="5447893"/>
            <a:ext cx="3938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AU" noProof="0" dirty="0"/>
              <a:t>(Proceed with Caution) Account Deactivation option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72E1BE-67FC-4BE1-909E-449AF46A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8" y="1006052"/>
            <a:ext cx="5334001" cy="1371600"/>
          </a:xfrm>
        </p:spPr>
        <p:txBody>
          <a:bodyPr/>
          <a:lstStyle/>
          <a:p>
            <a:r>
              <a:rPr lang="en-AU" noProof="0" dirty="0"/>
              <a:t>Source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66317D2-2653-4C46-95B1-B583BD6A3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1999" y="2068228"/>
            <a:ext cx="5334001" cy="1828800"/>
          </a:xfrm>
        </p:spPr>
        <p:txBody>
          <a:bodyPr/>
          <a:lstStyle/>
          <a:p>
            <a:r>
              <a:rPr lang="en-AU" noProof="0" dirty="0"/>
              <a:t>The Game is based on Delve by Blackwell games, witch is a tabletop pen-and- paper game about building a fort and finding </a:t>
            </a:r>
            <a:r>
              <a:rPr lang="en-AU" noProof="0" dirty="0" err="1"/>
              <a:t>tresure</a:t>
            </a:r>
            <a:r>
              <a:rPr lang="en-AU" noProof="0" dirty="0"/>
              <a:t>.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749C9C33-313B-4CFB-8A01-D3AFDEB3D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882" y="594679"/>
            <a:ext cx="3990985" cy="56686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bg1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8DB3E8B5-B07F-42FD-9491-6496FB250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6416" y="500362"/>
            <a:ext cx="3570314" cy="16923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48DBDF1-6652-41BA-BF63-E2A3776E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847" y="3938820"/>
            <a:ext cx="5416306" cy="214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7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8916B4-C182-44E7-82C1-DCB83EB4D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 err="1"/>
              <a:t>Gamaeplay</a:t>
            </a:r>
            <a:endParaRPr lang="en-AU" noProof="0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D5EB9C5-DDCF-4117-85C8-9CA1812B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2208" y="1938338"/>
            <a:ext cx="4588931" cy="576262"/>
          </a:xfrm>
        </p:spPr>
        <p:txBody>
          <a:bodyPr/>
          <a:lstStyle/>
          <a:p>
            <a:r>
              <a:rPr lang="en-AU" noProof="0" dirty="0"/>
              <a:t>Original</a:t>
            </a:r>
          </a:p>
        </p:txBody>
      </p:sp>
      <p:pic>
        <p:nvPicPr>
          <p:cNvPr id="8" name="Tartalom helye 7">
            <a:extLst>
              <a:ext uri="{FF2B5EF4-FFF2-40B4-BE49-F238E27FC236}">
                <a16:creationId xmlns:a16="http://schemas.microsoft.com/office/drawing/2014/main" id="{E1B091DD-8899-493B-A737-38B1E3494D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15" y="2503988"/>
            <a:ext cx="5148762" cy="3861572"/>
          </a:xfrm>
        </p:spPr>
      </p:pic>
      <p:sp>
        <p:nvSpPr>
          <p:cNvPr id="5" name="Szöveg helye 4">
            <a:extLst>
              <a:ext uri="{FF2B5EF4-FFF2-40B4-BE49-F238E27FC236}">
                <a16:creationId xmlns:a16="http://schemas.microsoft.com/office/drawing/2014/main" id="{3FB24FAE-9D36-4B53-961E-81020588B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3391" y="1941348"/>
            <a:ext cx="4604280" cy="576262"/>
          </a:xfrm>
        </p:spPr>
        <p:txBody>
          <a:bodyPr/>
          <a:lstStyle/>
          <a:p>
            <a:r>
              <a:rPr lang="en-AU" noProof="0" dirty="0"/>
              <a:t>Delve-PCG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04FD03F7-5CF4-458E-B4FE-B3DBB8FE944D}"/>
              </a:ext>
            </a:extLst>
          </p:cNvPr>
          <p:cNvSpPr txBox="1"/>
          <p:nvPr/>
        </p:nvSpPr>
        <p:spPr>
          <a:xfrm>
            <a:off x="1355614" y="6390085"/>
            <a:ext cx="30117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00" i="1" noProof="0" dirty="0" err="1"/>
              <a:t>Src</a:t>
            </a:r>
            <a:r>
              <a:rPr lang="en-AU" sz="800" i="1" noProof="0" dirty="0"/>
              <a:t>.: </a:t>
            </a:r>
            <a:r>
              <a:rPr lang="en-AU" sz="800" i="1" noProof="0" dirty="0">
                <a:effectLst/>
                <a:latin typeface="gg sans"/>
              </a:rPr>
              <a:t>„</a:t>
            </a:r>
            <a:r>
              <a:rPr lang="en-AU" sz="800" b="0" i="1" noProof="0" dirty="0" err="1">
                <a:effectLst/>
                <a:latin typeface="gg sans"/>
              </a:rPr>
              <a:t>devilkept</a:t>
            </a:r>
            <a:r>
              <a:rPr lang="en-AU" sz="800" i="1" noProof="0" dirty="0">
                <a:effectLst/>
                <a:latin typeface="gg sans"/>
              </a:rPr>
              <a:t>”</a:t>
            </a:r>
            <a:r>
              <a:rPr lang="en-AU" sz="800" b="0" i="1" noProof="0" dirty="0">
                <a:effectLst/>
                <a:latin typeface="gg sans"/>
              </a:rPr>
              <a:t> at Blackwell Games Discord group</a:t>
            </a:r>
            <a:endParaRPr lang="en-AU" sz="800" i="1" noProof="0" dirty="0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224CF179-0589-4F48-A49C-633A5E32D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766" y="2692614"/>
            <a:ext cx="6003063" cy="348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8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94F075-E51D-4276-AD36-6A794F7A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Building the game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7E4EF2-5313-47D2-8991-F0D141B7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988" y="1295400"/>
            <a:ext cx="5943601" cy="5181600"/>
          </a:xfrm>
        </p:spPr>
        <p:txBody>
          <a:bodyPr>
            <a:normAutofit lnSpcReduction="10000"/>
          </a:bodyPr>
          <a:lstStyle/>
          <a:p>
            <a:r>
              <a:rPr lang="en-AU" noProof="0" dirty="0"/>
              <a:t>Art:</a:t>
            </a:r>
          </a:p>
          <a:p>
            <a:pPr lvl="1"/>
            <a:r>
              <a:rPr lang="en-AU" b="0" i="0" noProof="0" dirty="0">
                <a:solidFill>
                  <a:srgbClr val="FFFFFF"/>
                </a:solidFill>
                <a:effectLst/>
                <a:latin typeface="Sora"/>
              </a:rPr>
              <a:t>@marceles</a:t>
            </a:r>
          </a:p>
          <a:p>
            <a:pPr lvl="1"/>
            <a:r>
              <a:rPr lang="en-AU" b="0" i="0" noProof="0" dirty="0">
                <a:solidFill>
                  <a:srgbClr val="FFFFFF"/>
                </a:solidFill>
                <a:effectLst/>
                <a:latin typeface="Sora"/>
              </a:rPr>
              <a:t>Temesi Szabolcs István</a:t>
            </a:r>
          </a:p>
          <a:p>
            <a:pPr marL="457200" lvl="1" indent="0">
              <a:buNone/>
            </a:pPr>
            <a:endParaRPr lang="en-AU" noProof="0" dirty="0">
              <a:solidFill>
                <a:srgbClr val="FFFFFF"/>
              </a:solidFill>
              <a:effectLst/>
              <a:latin typeface="Sora"/>
            </a:endParaRPr>
          </a:p>
          <a:p>
            <a:pPr lvl="1"/>
            <a:endParaRPr lang="en-AU" noProof="0" dirty="0"/>
          </a:p>
          <a:p>
            <a:pPr lvl="1"/>
            <a:endParaRPr lang="en-AU" noProof="0" dirty="0"/>
          </a:p>
          <a:p>
            <a:pPr lvl="1"/>
            <a:endParaRPr lang="en-AU" noProof="0" dirty="0"/>
          </a:p>
          <a:p>
            <a:pPr lvl="1"/>
            <a:endParaRPr lang="en-AU" noProof="0" dirty="0"/>
          </a:p>
          <a:p>
            <a:pPr lvl="1"/>
            <a:endParaRPr lang="en-AU" noProof="0" dirty="0"/>
          </a:p>
          <a:p>
            <a:pPr lvl="1"/>
            <a:endParaRPr lang="en-AU" noProof="0" dirty="0"/>
          </a:p>
          <a:p>
            <a:r>
              <a:rPr lang="en-AU" noProof="0" dirty="0"/>
              <a:t>Music:</a:t>
            </a:r>
          </a:p>
          <a:p>
            <a:pPr lvl="1"/>
            <a:r>
              <a:rPr lang="en-AU" b="0" i="0" u="sng" noProof="0" dirty="0">
                <a:solidFill>
                  <a:srgbClr val="9198A1"/>
                </a:solidFill>
                <a:effectLst/>
                <a:latin typeface="-apple-system"/>
                <a:hlinkClick r:id="rId2"/>
              </a:rPr>
              <a:t>Soundimage.org</a:t>
            </a:r>
            <a:endParaRPr lang="en-AU" u="sng" noProof="0" dirty="0">
              <a:solidFill>
                <a:srgbClr val="9198A1"/>
              </a:solidFill>
              <a:effectLst/>
              <a:latin typeface="-apple-system"/>
            </a:endParaRPr>
          </a:p>
          <a:p>
            <a:pPr lvl="1"/>
            <a:r>
              <a:rPr lang="en-AU" b="0" i="0" u="sng" noProof="0" dirty="0">
                <a:solidFill>
                  <a:srgbClr val="9198A1"/>
                </a:solidFill>
                <a:effectLst/>
                <a:latin typeface="-apple-system"/>
                <a:hlinkClick r:id="rId3"/>
              </a:rPr>
              <a:t>scottbuckley.com</a:t>
            </a:r>
            <a:endParaRPr lang="en-AU" noProof="0" dirty="0"/>
          </a:p>
          <a:p>
            <a:endParaRPr lang="en-AU" noProof="0" dirty="0"/>
          </a:p>
          <a:p>
            <a:endParaRPr lang="en-AU" noProof="0" dirty="0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E7E829D7-EFD2-49E3-8000-10BD6DCBD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AU" noProof="0" dirty="0"/>
              <a:t>We used various free and </a:t>
            </a:r>
            <a:r>
              <a:rPr lang="en-AU" noProof="0" dirty="0" err="1"/>
              <a:t>payed</a:t>
            </a:r>
            <a:r>
              <a:rPr lang="en-AU" noProof="0" dirty="0"/>
              <a:t> sources for assets.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4A02AFF-F6C3-4BA3-99A1-2DF0A7D52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644" y="767329"/>
            <a:ext cx="688470" cy="68847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F964705-CD91-4EA8-B12E-E80C2CDC4D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715" y="1600200"/>
            <a:ext cx="3400178" cy="3267076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058E3C6-8006-4C6B-8BD7-EE45468B1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988" y="2193595"/>
            <a:ext cx="3291380" cy="231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51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Szita</Template>
  <TotalTime>103</TotalTime>
  <Words>276</Words>
  <Application>Microsoft Office PowerPoint</Application>
  <PresentationFormat>Szélesvásznú</PresentationFormat>
  <Paragraphs>67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6" baseType="lpstr">
      <vt:lpstr>-apple-system</vt:lpstr>
      <vt:lpstr>Arial</vt:lpstr>
      <vt:lpstr>Century Gothic</vt:lpstr>
      <vt:lpstr>gg sans</vt:lpstr>
      <vt:lpstr>Sora</vt:lpstr>
      <vt:lpstr>Wingdings</vt:lpstr>
      <vt:lpstr>Szita</vt:lpstr>
      <vt:lpstr>End of Year project</vt:lpstr>
      <vt:lpstr>Project information</vt:lpstr>
      <vt:lpstr>Registration page</vt:lpstr>
      <vt:lpstr>Login &amp; Password reset page</vt:lpstr>
      <vt:lpstr>User Control Panel (UCP)</vt:lpstr>
      <vt:lpstr>Account Settings</vt:lpstr>
      <vt:lpstr>Source</vt:lpstr>
      <vt:lpstr>Gamaeplay</vt:lpstr>
      <vt:lpstr>Building the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 of Year project</dc:title>
  <dc:creator>szabolcs temesi</dc:creator>
  <cp:lastModifiedBy>O365 felhasználó</cp:lastModifiedBy>
  <cp:revision>22</cp:revision>
  <dcterms:created xsi:type="dcterms:W3CDTF">2025-05-26T19:10:53Z</dcterms:created>
  <dcterms:modified xsi:type="dcterms:W3CDTF">2025-05-26T21:39:41Z</dcterms:modified>
</cp:coreProperties>
</file>