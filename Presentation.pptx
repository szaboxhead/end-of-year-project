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38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652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1510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3698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5043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5382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42870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0532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5308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414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8605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55735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3116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669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06950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92950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9705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558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01106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ottbuckley.com.au/library/" TargetMode="External"/><Relationship Id="rId2" Type="http://schemas.openxmlformats.org/officeDocument/2006/relationships/hyperlink" Target="https://soundimage.org/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jp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5325EA-AD71-4EAC-BE71-B5E0D57F4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2362199"/>
          </a:xfrm>
        </p:spPr>
        <p:txBody>
          <a:bodyPr/>
          <a:lstStyle/>
          <a:p>
            <a:r>
              <a:rPr lang="hu-HU" dirty="0"/>
              <a:t>End of Year project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A7FEC60-D1CB-4A69-8E12-ED34E14A2F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By</a:t>
            </a:r>
            <a:r>
              <a:rPr lang="hu-HU" dirty="0"/>
              <a:t>: Temesi Szabolcs István &amp; Szabó Levente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E61B7FC-1B57-4F62-8354-F83F46FEE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704" y="2714336"/>
            <a:ext cx="7956591" cy="142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93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F57C5F-3649-4D18-B433-ABBC60200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Project information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C33459-F3D4-4C2E-892C-94C86B22A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Time Investment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0F45660-F7D8-402E-A3D2-FF7A0052DB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Start: 2024 September</a:t>
            </a:r>
          </a:p>
          <a:p>
            <a:r>
              <a:rPr lang="en-AU" dirty="0"/>
              <a:t>End: 2025 May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F6E3703-DD05-4445-BD89-1246CD313A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Programs used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5A88C84-A1CF-401D-B7DF-9E6A9FD9745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/>
              <a:t>Visual Studio Code</a:t>
            </a:r>
          </a:p>
          <a:p>
            <a:r>
              <a:rPr lang="en-AU"/>
              <a:t>XAMPP</a:t>
            </a:r>
          </a:p>
          <a:p>
            <a:r>
              <a:rPr lang="en-AU"/>
              <a:t>paint.net</a:t>
            </a:r>
          </a:p>
          <a:p>
            <a:r>
              <a:rPr lang="en-AU"/>
              <a:t>ChatGPT</a:t>
            </a:r>
          </a:p>
          <a:p>
            <a:r>
              <a:rPr lang="en-AU"/>
              <a:t>Godot Engine</a:t>
            </a:r>
          </a:p>
          <a:p>
            <a:r>
              <a:rPr lang="en-AU"/>
              <a:t>Audacity</a:t>
            </a:r>
          </a:p>
          <a:p>
            <a:r>
              <a:rPr lang="en-AU"/>
              <a:t>Aseprite</a:t>
            </a:r>
          </a:p>
          <a:p>
            <a:endParaRPr lang="en-A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4CE14A9-D3BB-47EC-AE98-470CC2D06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936" y="5733232"/>
            <a:ext cx="777518" cy="777518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6944F8B-EBEB-4837-AEE6-ED3347CBE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05" y="5742343"/>
            <a:ext cx="777518" cy="77751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E973F9D-88F1-4A16-AB4C-8919575DE7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8723" y="5742343"/>
            <a:ext cx="777518" cy="777657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27F0CC4-2E73-4CC9-8D59-CC4F80937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131" y="5742344"/>
            <a:ext cx="777518" cy="777518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ADD010A-DA1B-4A5D-9F0D-4FDD2E5D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2" y="5742343"/>
            <a:ext cx="777518" cy="768407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F4118AB3-4E5A-402E-80AD-08AC7DE20B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878" y="5742343"/>
            <a:ext cx="777518" cy="77751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462AB436-23DF-4BCD-BCC6-B69BF6A22E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5742343"/>
            <a:ext cx="777518" cy="777518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C3C509A9-FD02-4E95-8104-63A5088F8E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8200" y="4090189"/>
            <a:ext cx="4406276" cy="831373"/>
          </a:xfrm>
          <a:prstGeom prst="rect">
            <a:avLst/>
          </a:prstGeom>
        </p:spPr>
      </p:pic>
      <p:pic>
        <p:nvPicPr>
          <p:cNvPr id="26" name="Kép 25">
            <a:extLst>
              <a:ext uri="{FF2B5EF4-FFF2-40B4-BE49-F238E27FC236}">
                <a16:creationId xmlns:a16="http://schemas.microsoft.com/office/drawing/2014/main" id="{23B41A10-C1D8-48F8-8024-7FAE0D455A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9359" y="4826515"/>
            <a:ext cx="2144755" cy="720375"/>
          </a:xfrm>
          <a:prstGeom prst="rect">
            <a:avLst/>
          </a:prstGeom>
        </p:spPr>
      </p:pic>
      <p:sp>
        <p:nvSpPr>
          <p:cNvPr id="27" name="Ellipszis 26">
            <a:extLst>
              <a:ext uri="{FF2B5EF4-FFF2-40B4-BE49-F238E27FC236}">
                <a16:creationId xmlns:a16="http://schemas.microsoft.com/office/drawing/2014/main" id="{B9404BAA-BD49-46CF-BCE9-2346F7B5ACCA}"/>
              </a:ext>
            </a:extLst>
          </p:cNvPr>
          <p:cNvSpPr/>
          <p:nvPr/>
        </p:nvSpPr>
        <p:spPr>
          <a:xfrm>
            <a:off x="4024539" y="4647035"/>
            <a:ext cx="166254" cy="16625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noFill/>
            </a:endParaRPr>
          </a:p>
        </p:txBody>
      </p:sp>
      <p:cxnSp>
        <p:nvCxnSpPr>
          <p:cNvPr id="29" name="Egyenes összekötő 28">
            <a:extLst>
              <a:ext uri="{FF2B5EF4-FFF2-40B4-BE49-F238E27FC236}">
                <a16:creationId xmlns:a16="http://schemas.microsoft.com/office/drawing/2014/main" id="{B63B5F32-25FE-4DEB-B9CF-B1AA0A2E640B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4024539" y="4036221"/>
            <a:ext cx="83127" cy="610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7D1DCC30-9556-4711-99FF-0223946B67EC}"/>
              </a:ext>
            </a:extLst>
          </p:cNvPr>
          <p:cNvSpPr txBox="1"/>
          <p:nvPr/>
        </p:nvSpPr>
        <p:spPr>
          <a:xfrm>
            <a:off x="3633424" y="3833711"/>
            <a:ext cx="9335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100" u="sng" dirty="0"/>
              <a:t>Start </a:t>
            </a:r>
            <a:r>
              <a:rPr lang="hu-HU" sz="1100" u="sng" dirty="0" err="1"/>
              <a:t>date</a:t>
            </a:r>
            <a:endParaRPr lang="hu-HU" sz="1100" u="sng" dirty="0"/>
          </a:p>
        </p:txBody>
      </p:sp>
      <p:sp>
        <p:nvSpPr>
          <p:cNvPr id="31" name="Szövegdoboz 30">
            <a:extLst>
              <a:ext uri="{FF2B5EF4-FFF2-40B4-BE49-F238E27FC236}">
                <a16:creationId xmlns:a16="http://schemas.microsoft.com/office/drawing/2014/main" id="{72E1C5CD-F33B-4B40-B51B-16CF27E7365D}"/>
              </a:ext>
            </a:extLst>
          </p:cNvPr>
          <p:cNvSpPr txBox="1"/>
          <p:nvPr/>
        </p:nvSpPr>
        <p:spPr>
          <a:xfrm rot="18137943">
            <a:off x="678689" y="4299218"/>
            <a:ext cx="72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/>
              <a:t>2024</a:t>
            </a:r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C5E2ED2A-F476-4D76-8698-F9729C34A03C}"/>
              </a:ext>
            </a:extLst>
          </p:cNvPr>
          <p:cNvSpPr txBox="1"/>
          <p:nvPr/>
        </p:nvSpPr>
        <p:spPr>
          <a:xfrm rot="17803016">
            <a:off x="659429" y="4937702"/>
            <a:ext cx="765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/>
              <a:t>2025</a:t>
            </a:r>
          </a:p>
        </p:txBody>
      </p:sp>
      <p:sp>
        <p:nvSpPr>
          <p:cNvPr id="33" name="Ellipszis 32">
            <a:extLst>
              <a:ext uri="{FF2B5EF4-FFF2-40B4-BE49-F238E27FC236}">
                <a16:creationId xmlns:a16="http://schemas.microsoft.com/office/drawing/2014/main" id="{2ACE1EF0-4919-4314-A1D4-AE9DFFB3BA08}"/>
              </a:ext>
            </a:extLst>
          </p:cNvPr>
          <p:cNvSpPr/>
          <p:nvPr/>
        </p:nvSpPr>
        <p:spPr>
          <a:xfrm>
            <a:off x="2795548" y="5322850"/>
            <a:ext cx="166254" cy="16625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noFill/>
            </a:endParaRPr>
          </a:p>
        </p:txBody>
      </p: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2657A635-EAC1-428F-BE37-43CA33D66DB4}"/>
              </a:ext>
            </a:extLst>
          </p:cNvPr>
          <p:cNvCxnSpPr>
            <a:cxnSpLocks/>
            <a:stCxn id="33" idx="6"/>
          </p:cNvCxnSpPr>
          <p:nvPr/>
        </p:nvCxnSpPr>
        <p:spPr>
          <a:xfrm flipV="1">
            <a:off x="2961802" y="5235319"/>
            <a:ext cx="538396" cy="170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zövegdoboz 37">
            <a:extLst>
              <a:ext uri="{FF2B5EF4-FFF2-40B4-BE49-F238E27FC236}">
                <a16:creationId xmlns:a16="http://schemas.microsoft.com/office/drawing/2014/main" id="{8321C863-8270-4A53-8C2A-310AB9D13423}"/>
              </a:ext>
            </a:extLst>
          </p:cNvPr>
          <p:cNvSpPr txBox="1"/>
          <p:nvPr/>
        </p:nvSpPr>
        <p:spPr>
          <a:xfrm>
            <a:off x="3295576" y="5045097"/>
            <a:ext cx="9335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100" u="sng" dirty="0"/>
              <a:t>End </a:t>
            </a:r>
            <a:r>
              <a:rPr lang="hu-HU" sz="1100" u="sng" dirty="0" err="1"/>
              <a:t>date</a:t>
            </a:r>
            <a:endParaRPr lang="hu-HU" sz="1100" u="sng" dirty="0"/>
          </a:p>
        </p:txBody>
      </p:sp>
    </p:spTree>
    <p:extLst>
      <p:ext uri="{BB962C8B-B14F-4D97-AF65-F5344CB8AC3E}">
        <p14:creationId xmlns:p14="http://schemas.microsoft.com/office/powerpoint/2010/main" val="347460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50"/>
                            </p:stCondLst>
                            <p:childTnLst>
                              <p:par>
                                <p:cTn id="5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0" grpId="0"/>
      <p:bldP spid="33" grpId="0" animBg="1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8371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72E1BE-67FC-4BE1-909E-449AF46A2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8" y="1006052"/>
            <a:ext cx="5334001" cy="1371600"/>
          </a:xfrm>
        </p:spPr>
        <p:txBody>
          <a:bodyPr/>
          <a:lstStyle/>
          <a:p>
            <a:r>
              <a:rPr lang="hu-HU" dirty="0" err="1"/>
              <a:t>Source</a:t>
            </a:r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66317D2-2653-4C46-95B1-B583BD6A3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1999" y="2068228"/>
            <a:ext cx="5334001" cy="1828800"/>
          </a:xfrm>
        </p:spPr>
        <p:txBody>
          <a:bodyPr/>
          <a:lstStyle/>
          <a:p>
            <a:r>
              <a:rPr lang="hu-HU" dirty="0"/>
              <a:t>The Game is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Delve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Blackwell</a:t>
            </a:r>
            <a:r>
              <a:rPr lang="hu-HU" dirty="0"/>
              <a:t> </a:t>
            </a:r>
            <a:r>
              <a:rPr lang="hu-HU" dirty="0" err="1"/>
              <a:t>games</a:t>
            </a:r>
            <a:r>
              <a:rPr lang="hu-HU" dirty="0"/>
              <a:t>, </a:t>
            </a:r>
            <a:r>
              <a:rPr lang="hu-HU" dirty="0" err="1"/>
              <a:t>witch</a:t>
            </a:r>
            <a:r>
              <a:rPr lang="hu-HU" dirty="0"/>
              <a:t> is a </a:t>
            </a:r>
            <a:r>
              <a:rPr lang="hu-HU" dirty="0" err="1"/>
              <a:t>tabletop</a:t>
            </a:r>
            <a:r>
              <a:rPr lang="hu-HU" dirty="0"/>
              <a:t> </a:t>
            </a:r>
            <a:r>
              <a:rPr lang="hu-HU" dirty="0" err="1"/>
              <a:t>pen</a:t>
            </a:r>
            <a:r>
              <a:rPr lang="hu-HU" dirty="0"/>
              <a:t>-and- </a:t>
            </a:r>
            <a:r>
              <a:rPr lang="hu-HU" dirty="0" err="1"/>
              <a:t>paper</a:t>
            </a:r>
            <a:r>
              <a:rPr lang="hu-HU" dirty="0"/>
              <a:t> game </a:t>
            </a:r>
            <a:r>
              <a:rPr lang="hu-HU" dirty="0" err="1"/>
              <a:t>about</a:t>
            </a:r>
            <a:r>
              <a:rPr lang="hu-HU" dirty="0"/>
              <a:t> building a </a:t>
            </a:r>
            <a:r>
              <a:rPr lang="hu-HU" dirty="0" err="1"/>
              <a:t>fort</a:t>
            </a:r>
            <a:r>
              <a:rPr lang="hu-HU" dirty="0"/>
              <a:t> and </a:t>
            </a:r>
            <a:r>
              <a:rPr lang="hu-HU" dirty="0" err="1"/>
              <a:t>finding</a:t>
            </a:r>
            <a:r>
              <a:rPr lang="hu-HU" dirty="0"/>
              <a:t> </a:t>
            </a:r>
            <a:r>
              <a:rPr lang="hu-HU" dirty="0" err="1"/>
              <a:t>tresure</a:t>
            </a:r>
            <a:r>
              <a:rPr lang="hu-HU" dirty="0"/>
              <a:t>.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749C9C33-313B-4CFB-8A01-D3AFDEB3D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882" y="594679"/>
            <a:ext cx="3990985" cy="56686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8DB3E8B5-B07F-42FD-9491-6496FB250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416" y="500362"/>
            <a:ext cx="3570314" cy="16923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448DBDF1-6652-41BA-BF63-E2A3776EF2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847" y="3938820"/>
            <a:ext cx="5416306" cy="214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57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8916B4-C182-44E7-82C1-DCB83EB4D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Gamaeplay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D5EB9C5-DDCF-4117-85C8-9CA1812B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2208" y="1938338"/>
            <a:ext cx="4588931" cy="576262"/>
          </a:xfrm>
        </p:spPr>
        <p:txBody>
          <a:bodyPr/>
          <a:lstStyle/>
          <a:p>
            <a:r>
              <a:rPr lang="hu-HU" dirty="0" err="1"/>
              <a:t>Original</a:t>
            </a:r>
            <a:endParaRPr lang="hu-HU" dirty="0"/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E1B091DD-8899-493B-A737-38B1E3494D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15" y="2503988"/>
            <a:ext cx="5148762" cy="3861572"/>
          </a:xfrm>
        </p:spPr>
      </p:pic>
      <p:sp>
        <p:nvSpPr>
          <p:cNvPr id="5" name="Szöveg helye 4">
            <a:extLst>
              <a:ext uri="{FF2B5EF4-FFF2-40B4-BE49-F238E27FC236}">
                <a16:creationId xmlns:a16="http://schemas.microsoft.com/office/drawing/2014/main" id="{3FB24FAE-9D36-4B53-961E-81020588BF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63391" y="1941348"/>
            <a:ext cx="4604280" cy="576262"/>
          </a:xfrm>
        </p:spPr>
        <p:txBody>
          <a:bodyPr/>
          <a:lstStyle/>
          <a:p>
            <a:r>
              <a:rPr lang="hu-HU" dirty="0"/>
              <a:t>Delve-PCG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04FD03F7-5CF4-458E-B4FE-B3DBB8FE944D}"/>
              </a:ext>
            </a:extLst>
          </p:cNvPr>
          <p:cNvSpPr txBox="1"/>
          <p:nvPr/>
        </p:nvSpPr>
        <p:spPr>
          <a:xfrm>
            <a:off x="1355614" y="6390085"/>
            <a:ext cx="3011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800" i="1" dirty="0" err="1"/>
              <a:t>Src</a:t>
            </a:r>
            <a:r>
              <a:rPr lang="hu-HU" sz="800" i="1" dirty="0"/>
              <a:t>.: </a:t>
            </a:r>
            <a:r>
              <a:rPr lang="hu-HU" sz="800" i="1" dirty="0">
                <a:effectLst/>
                <a:latin typeface="gg sans"/>
              </a:rPr>
              <a:t>„</a:t>
            </a:r>
            <a:r>
              <a:rPr lang="hu-HU" sz="800" b="0" i="1" dirty="0" err="1">
                <a:effectLst/>
                <a:latin typeface="gg sans"/>
              </a:rPr>
              <a:t>devilkept</a:t>
            </a:r>
            <a:r>
              <a:rPr lang="hu-HU" sz="800" i="1" dirty="0">
                <a:effectLst/>
                <a:latin typeface="gg sans"/>
              </a:rPr>
              <a:t>”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at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Blackwell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Games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Discord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group</a:t>
            </a:r>
            <a:endParaRPr lang="hu-HU" sz="800" i="1" dirty="0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224CF179-0589-4F48-A49C-633A5E32D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766" y="2692614"/>
            <a:ext cx="6003063" cy="348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58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94F075-E51D-4276-AD36-6A794F7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Building </a:t>
            </a:r>
            <a:r>
              <a:rPr lang="hu-HU" dirty="0" err="1"/>
              <a:t>the</a:t>
            </a:r>
            <a:r>
              <a:rPr lang="hu-HU" dirty="0"/>
              <a:t> game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7E4EF2-5313-47D2-8991-F0D141B7B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6988" y="1295400"/>
            <a:ext cx="5943601" cy="5181600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Art:</a:t>
            </a:r>
          </a:p>
          <a:p>
            <a:pPr lvl="1"/>
            <a:r>
              <a:rPr lang="hu-HU" b="0" i="0" dirty="0">
                <a:solidFill>
                  <a:srgbClr val="FFFFFF"/>
                </a:solidFill>
                <a:effectLst/>
                <a:latin typeface="Sora"/>
              </a:rPr>
              <a:t>@marceles</a:t>
            </a:r>
          </a:p>
          <a:p>
            <a:pPr lvl="1"/>
            <a:r>
              <a:rPr lang="hu-HU" b="0" i="0" dirty="0">
                <a:solidFill>
                  <a:srgbClr val="FFFFFF"/>
                </a:solidFill>
                <a:effectLst/>
                <a:latin typeface="Sora"/>
              </a:rPr>
              <a:t>Temesi Szabolcs István</a:t>
            </a:r>
          </a:p>
          <a:p>
            <a:pPr marL="457200" lvl="1" indent="0">
              <a:buNone/>
            </a:pPr>
            <a:endParaRPr lang="hu-HU" dirty="0">
              <a:solidFill>
                <a:srgbClr val="FFFFFF"/>
              </a:solidFill>
              <a:effectLst/>
              <a:latin typeface="Sora"/>
            </a:endParaRP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r>
              <a:rPr lang="hu-HU" dirty="0"/>
              <a:t>Music:</a:t>
            </a:r>
          </a:p>
          <a:p>
            <a:pPr lvl="1"/>
            <a:r>
              <a:rPr lang="hu-HU" b="0" i="0" u="sng" dirty="0">
                <a:solidFill>
                  <a:srgbClr val="9198A1"/>
                </a:solidFill>
                <a:effectLst/>
                <a:latin typeface="-apple-system"/>
                <a:hlinkClick r:id="rId2"/>
              </a:rPr>
              <a:t>Soundimage.org</a:t>
            </a:r>
            <a:endParaRPr lang="hu-HU" u="sng" dirty="0">
              <a:solidFill>
                <a:srgbClr val="9198A1"/>
              </a:solidFill>
              <a:effectLst/>
              <a:latin typeface="-apple-system"/>
            </a:endParaRPr>
          </a:p>
          <a:p>
            <a:pPr lvl="1"/>
            <a:r>
              <a:rPr lang="hu-HU" b="0" i="0" u="sng" dirty="0">
                <a:solidFill>
                  <a:srgbClr val="9198A1"/>
                </a:solidFill>
                <a:effectLst/>
                <a:latin typeface="-apple-system"/>
                <a:hlinkClick r:id="rId3"/>
              </a:rPr>
              <a:t>scottbuckley.com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7E829D7-EFD2-49E3-8000-10BD6DCBD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hu-HU" dirty="0" err="1"/>
              <a:t>We</a:t>
            </a:r>
            <a:r>
              <a:rPr lang="en-AU" dirty="0"/>
              <a:t> used various free and </a:t>
            </a:r>
            <a:r>
              <a:rPr lang="en-AU" dirty="0" err="1"/>
              <a:t>payed</a:t>
            </a:r>
            <a:r>
              <a:rPr lang="en-AU" dirty="0"/>
              <a:t> sources for assets.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04A02AFF-F6C3-4BA3-99A1-2DF0A7D52E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644" y="767329"/>
            <a:ext cx="688470" cy="68847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F964705-CD91-4EA8-B12E-E80C2CDC4D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715" y="1600200"/>
            <a:ext cx="3400178" cy="326707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058E3C6-8006-4C6B-8BD7-EE45468B18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988" y="2193595"/>
            <a:ext cx="3291380" cy="231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511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zita">
  <a:themeElements>
    <a:clrScheme name="Szit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zit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zit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Szita</Template>
  <TotalTime>79</TotalTime>
  <Words>111</Words>
  <Application>Microsoft Office PowerPoint</Application>
  <PresentationFormat>Szélesvásznú</PresentationFormat>
  <Paragraphs>39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2" baseType="lpstr">
      <vt:lpstr>-apple-system</vt:lpstr>
      <vt:lpstr>Arial</vt:lpstr>
      <vt:lpstr>Century Gothic</vt:lpstr>
      <vt:lpstr>gg sans</vt:lpstr>
      <vt:lpstr>Sora</vt:lpstr>
      <vt:lpstr>Szita</vt:lpstr>
      <vt:lpstr>End of Year project</vt:lpstr>
      <vt:lpstr>Project information</vt:lpstr>
      <vt:lpstr>PowerPoint-bemutató</vt:lpstr>
      <vt:lpstr>Source</vt:lpstr>
      <vt:lpstr>Gamaeplay</vt:lpstr>
      <vt:lpstr>Building the game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 of Year project</dc:title>
  <dc:creator>szabolcs temesi</dc:creator>
  <cp:lastModifiedBy>szabolcs temesi</cp:lastModifiedBy>
  <cp:revision>9</cp:revision>
  <dcterms:created xsi:type="dcterms:W3CDTF">2025-05-26T19:10:53Z</dcterms:created>
  <dcterms:modified xsi:type="dcterms:W3CDTF">2025-05-26T20:30:13Z</dcterms:modified>
</cp:coreProperties>
</file>